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145704491" r:id="rId2"/>
    <p:sldId id="1659" r:id="rId3"/>
    <p:sldId id="2145704495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D43EF91-C1E1-8345-BAAE-BFAAB8326371}">
          <p14:sldIdLst>
            <p14:sldId id="2145704491"/>
            <p14:sldId id="1659"/>
            <p14:sldId id="21457044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13B696-B7C4-4957-A404-C32BB02EBD5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9F5676-8AE2-4990-BD06-10BC60C0BF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363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35</a:t>
            </a:r>
            <a:r>
              <a:rPr lang="zh-CN" altLang="en-US" dirty="0"/>
              <a:t>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72D600-A772-4AC0-A7CA-471FB188074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6551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318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200F73-C673-42BA-8750-2304F4D0C36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318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65163" y="696913"/>
            <a:ext cx="4430712" cy="2493962"/>
          </a:xfrm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3196" y="3382457"/>
            <a:ext cx="6256598" cy="549291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/>
              <a:t>45</a:t>
            </a:r>
            <a:r>
              <a:rPr lang="zh-CN" altLang="en-US" dirty="0"/>
              <a:t>‘</a:t>
            </a:r>
            <a:endParaRPr lang="en-US" altLang="zh-CN" dirty="0"/>
          </a:p>
          <a:p>
            <a:pPr eaLnBrk="1" hangingPunct="1"/>
            <a:r>
              <a:rPr lang="zh-CN" altLang="en-US" dirty="0"/>
              <a:t>角色转型</a:t>
            </a:r>
            <a:endParaRPr lang="en-US" altLang="zh-CN" dirty="0"/>
          </a:p>
          <a:p>
            <a:pPr eaLnBrk="1" hangingPunct="1"/>
            <a:r>
              <a:rPr lang="en-US" altLang="zh-CN" dirty="0"/>
              <a:t>Q.</a:t>
            </a:r>
            <a:r>
              <a:rPr lang="zh-CN" altLang="en-US" dirty="0"/>
              <a:t>对哪条最有感？</a:t>
            </a:r>
            <a:endParaRPr lang="en-US" altLang="zh-CN" dirty="0"/>
          </a:p>
          <a:p>
            <a:pPr eaLnBrk="1" hangingPunct="1"/>
            <a:r>
              <a:rPr lang="en-US" altLang="zh-CN" dirty="0"/>
              <a:t>Multitask</a:t>
            </a:r>
            <a:r>
              <a:rPr lang="zh-CN" altLang="en-US" dirty="0"/>
              <a:t>，切换管理风格 顾问</a:t>
            </a:r>
            <a:r>
              <a:rPr lang="en-US" altLang="zh-CN" dirty="0"/>
              <a:t>PA</a:t>
            </a:r>
          </a:p>
          <a:p>
            <a:pPr eaLnBrk="1" hangingPunct="1"/>
            <a:r>
              <a:rPr lang="zh-CN" altLang="en-US" dirty="0"/>
              <a:t>你的工作很大程度需要跟其他团队</a:t>
            </a:r>
            <a:r>
              <a:rPr lang="en-US" altLang="zh-CN" dirty="0"/>
              <a:t>/</a:t>
            </a:r>
            <a:r>
              <a:rPr lang="zh-CN" altLang="en-US" dirty="0"/>
              <a:t>部门合作完成，同时为团队创造合作环境，减少合作者障碍</a:t>
            </a:r>
            <a:endParaRPr lang="en-US" altLang="zh-CN" dirty="0"/>
          </a:p>
          <a:p>
            <a:pPr eaLnBrk="1" hangingPunct="1"/>
            <a:r>
              <a:rPr lang="zh-CN" altLang="en-US" dirty="0"/>
              <a:t>减少日常事务，专业广度高度增加，深度减弱，倚重下属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4540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6134100" y="14288"/>
            <a:ext cx="5283200" cy="304800"/>
          </a:xfrm>
        </p:spPr>
        <p:txBody>
          <a:bodyPr/>
          <a:lstStyle>
            <a:lvl1pPr marL="0" indent="0" algn="r">
              <a:buNone/>
              <a:defRPr sz="1200">
                <a:solidFill>
                  <a:srgbClr val="AFA79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533400"/>
            <a:ext cx="10972800" cy="9906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ts val="4200"/>
              </a:lnSpc>
              <a:defRPr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609600" y="1828800"/>
            <a:ext cx="10972800" cy="43497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  <p:extLst>
      <p:ext uri="{BB962C8B-B14F-4D97-AF65-F5344CB8AC3E}">
        <p14:creationId xmlns:p14="http://schemas.microsoft.com/office/powerpoint/2010/main" val="4126673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533400"/>
            <a:ext cx="10972800" cy="9906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ts val="4200"/>
              </a:lnSpc>
              <a:defRPr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609600" y="1828800"/>
            <a:ext cx="5080000" cy="43497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4" name="Text Placeholder 23"/>
          <p:cNvSpPr>
            <a:spLocks noGrp="1"/>
          </p:cNvSpPr>
          <p:nvPr>
            <p:ph type="body" sz="quarter" idx="11"/>
          </p:nvPr>
        </p:nvSpPr>
        <p:spPr>
          <a:xfrm>
            <a:off x="6096000" y="1828800"/>
            <a:ext cx="5486400" cy="43497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134100" y="14288"/>
            <a:ext cx="5283200" cy="304800"/>
          </a:xfrm>
        </p:spPr>
        <p:txBody>
          <a:bodyPr/>
          <a:lstStyle>
            <a:lvl1pPr marL="0" indent="0" algn="r">
              <a:buNone/>
              <a:defRPr sz="1200">
                <a:solidFill>
                  <a:srgbClr val="AFA79F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723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533400"/>
            <a:ext cx="109728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ts val="4200"/>
              </a:lnSpc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609600" y="1828800"/>
            <a:ext cx="10972800" cy="43497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227972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339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4709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and Tex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802100" y="698590"/>
            <a:ext cx="11277600" cy="812800"/>
          </a:xfrm>
        </p:spPr>
        <p:txBody>
          <a:bodyPr anchor="t">
            <a:normAutofit/>
          </a:bodyPr>
          <a:lstStyle>
            <a:lvl1pPr>
              <a:lnSpc>
                <a:spcPts val="2400"/>
              </a:lnSpc>
              <a:defRPr sz="2700" b="1">
                <a:solidFill>
                  <a:schemeClr val="tx1"/>
                </a:solidFill>
                <a:latin typeface="Gill Sans MT" panose="020B0502020104020203" pitchFamily="34" charset="0"/>
                <a:ea typeface="Microsoft JhengHei" panose="020B0604030504040204" pitchFamily="34" charset="-12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2BD95F16-2C4D-42FA-A837-C31562BD15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200" y="6447316"/>
            <a:ext cx="1016000" cy="24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142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609600" y="842965"/>
            <a:ext cx="11277600" cy="812800"/>
          </a:xfrm>
        </p:spPr>
        <p:txBody>
          <a:bodyPr anchor="t">
            <a:normAutofit/>
          </a:bodyPr>
          <a:lstStyle>
            <a:lvl1pPr>
              <a:lnSpc>
                <a:spcPts val="3200"/>
              </a:lnSpc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©Development Dimensions International, Inc., 2017. All rights reserved.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406400" y="6416677"/>
            <a:ext cx="609600" cy="365125"/>
          </a:xfrm>
        </p:spPr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09600" y="1701800"/>
            <a:ext cx="9245600" cy="3149600"/>
          </a:xfrm>
        </p:spPr>
        <p:txBody>
          <a:bodyPr/>
          <a:lstStyle>
            <a:lvl1pPr>
              <a:lnSpc>
                <a:spcPts val="3000"/>
              </a:lnSpc>
              <a:defRPr sz="2600"/>
            </a:lvl1pPr>
            <a:lvl2pPr>
              <a:defRPr sz="2200"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5184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rgbClr val="5678A9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9941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69834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6621725"/>
      </p:ext>
    </p:extLst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320800" y="1676400"/>
            <a:ext cx="4978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02400" y="1676400"/>
            <a:ext cx="4978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36565638"/>
      </p:ext>
    </p:extLst>
  </p:cSld>
  <p:clrMapOvr>
    <a:masterClrMapping/>
  </p:clrMapOvr>
  <p:transition>
    <p:dissolv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609600" y="733425"/>
            <a:ext cx="109728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ts val="4200"/>
              </a:lnSpc>
              <a:defRPr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609600" y="1828800"/>
            <a:ext cx="10972800" cy="41529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20475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0B60078-0806-4FFE-B136-73D3E6786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5489"/>
            <a:ext cx="10515600" cy="82359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F4D8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BEF32DF-6168-43A1-A6B2-433ED9FCE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9580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3600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lnSpc>
                <a:spcPct val="120000"/>
              </a:lnSpc>
              <a:defRPr sz="3200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lnSpc>
                <a:spcPct val="120000"/>
              </a:lnSpc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lnSpc>
                <a:spcPct val="120000"/>
              </a:lnSpc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lnSpc>
                <a:spcPct val="120000"/>
              </a:lnSpc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7811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49344"/>
            <a:ext cx="10515600" cy="82359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F4D8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343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3600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lnSpc>
                <a:spcPct val="120000"/>
              </a:lnSpc>
              <a:defRPr sz="3200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lnSpc>
                <a:spcPct val="120000"/>
              </a:lnSpc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lnSpc>
                <a:spcPct val="120000"/>
              </a:lnSpc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lnSpc>
                <a:spcPct val="120000"/>
              </a:lnSpc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261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7B9E0572-9EF4-4CA0-954D-469CFC14DE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214" b="15588"/>
          <a:stretch/>
        </p:blipFill>
        <p:spPr>
          <a:xfrm>
            <a:off x="0" y="6632655"/>
            <a:ext cx="12192000" cy="23506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48BDB0E-0DCF-48F0-B4A6-0F3FC62D9B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891" y="6657916"/>
            <a:ext cx="1486411" cy="191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132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0B60078-0806-4FFE-B136-73D3E6786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5489"/>
            <a:ext cx="10515600" cy="82359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F4D8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BEF32DF-6168-43A1-A6B2-433ED9FCE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9580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3600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lnSpc>
                <a:spcPct val="120000"/>
              </a:lnSpc>
              <a:defRPr sz="3200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lnSpc>
                <a:spcPct val="120000"/>
              </a:lnSpc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lnSpc>
                <a:spcPct val="120000"/>
              </a:lnSpc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lnSpc>
                <a:spcPct val="120000"/>
              </a:lnSpc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3914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Text Sourc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FA43F24-4FC3-4030-95E2-1299908382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34733" y="6416681"/>
            <a:ext cx="609600" cy="365125"/>
          </a:xfrm>
        </p:spPr>
        <p:txBody>
          <a:bodyPr/>
          <a:lstStyle>
            <a:lvl1pPr>
              <a:defRPr sz="900"/>
            </a:lvl1pPr>
          </a:lstStyle>
          <a:p>
            <a:pPr>
              <a:defRPr/>
            </a:pPr>
            <a:fld id="{89698746-2835-4097-ADF7-F4A925C340FA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11011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nut 8"/>
          <p:cNvSpPr/>
          <p:nvPr userDrawn="1"/>
        </p:nvSpPr>
        <p:spPr>
          <a:xfrm rot="6104502">
            <a:off x="11749063" y="4140178"/>
            <a:ext cx="746757" cy="995676"/>
          </a:xfrm>
          <a:prstGeom prst="donut">
            <a:avLst>
              <a:gd name="adj" fmla="val 15926"/>
            </a:avLst>
          </a:prstGeom>
          <a:solidFill>
            <a:schemeClr val="bg1">
              <a:lumMod val="95000"/>
              <a:alpha val="31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7" name="Donut 9"/>
          <p:cNvSpPr/>
          <p:nvPr userDrawn="1"/>
        </p:nvSpPr>
        <p:spPr>
          <a:xfrm rot="6104502">
            <a:off x="5485728" y="5759076"/>
            <a:ext cx="1882845" cy="2510460"/>
          </a:xfrm>
          <a:prstGeom prst="donut">
            <a:avLst>
              <a:gd name="adj" fmla="val 15926"/>
            </a:avLst>
          </a:prstGeom>
          <a:solidFill>
            <a:schemeClr val="bg1">
              <a:lumMod val="95000"/>
              <a:alpha val="13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8" name="Donut 10"/>
          <p:cNvSpPr/>
          <p:nvPr userDrawn="1"/>
        </p:nvSpPr>
        <p:spPr>
          <a:xfrm rot="6104502">
            <a:off x="9772939" y="6533226"/>
            <a:ext cx="770608" cy="1027477"/>
          </a:xfrm>
          <a:prstGeom prst="donut">
            <a:avLst>
              <a:gd name="adj" fmla="val 11712"/>
            </a:avLst>
          </a:prstGeom>
          <a:solidFill>
            <a:schemeClr val="bg1">
              <a:lumMod val="95000"/>
              <a:alpha val="54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9" name="Donut 11"/>
          <p:cNvSpPr/>
          <p:nvPr userDrawn="1"/>
        </p:nvSpPr>
        <p:spPr>
          <a:xfrm rot="6104502">
            <a:off x="11385311" y="3836020"/>
            <a:ext cx="598920" cy="798560"/>
          </a:xfrm>
          <a:prstGeom prst="donut">
            <a:avLst>
              <a:gd name="adj" fmla="val 11712"/>
            </a:avLst>
          </a:prstGeom>
          <a:solidFill>
            <a:schemeClr val="bg1">
              <a:lumMod val="95000"/>
              <a:alpha val="54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10" name="Oval 12"/>
          <p:cNvSpPr/>
          <p:nvPr userDrawn="1"/>
        </p:nvSpPr>
        <p:spPr>
          <a:xfrm rot="6104502">
            <a:off x="11658428" y="4701792"/>
            <a:ext cx="432480" cy="576640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11" name="Oval 13"/>
          <p:cNvSpPr/>
          <p:nvPr userDrawn="1"/>
        </p:nvSpPr>
        <p:spPr>
          <a:xfrm rot="6104502">
            <a:off x="11044170" y="4355865"/>
            <a:ext cx="224292" cy="299056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12" name="Donut 14"/>
          <p:cNvSpPr/>
          <p:nvPr userDrawn="1"/>
        </p:nvSpPr>
        <p:spPr>
          <a:xfrm rot="20504502">
            <a:off x="8300183" y="5509149"/>
            <a:ext cx="1699976" cy="1274982"/>
          </a:xfrm>
          <a:prstGeom prst="donut">
            <a:avLst>
              <a:gd name="adj" fmla="val 15926"/>
            </a:avLst>
          </a:prstGeom>
          <a:solidFill>
            <a:schemeClr val="bg1">
              <a:lumMod val="95000"/>
              <a:alpha val="42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13" name="Oval 16"/>
          <p:cNvSpPr/>
          <p:nvPr userDrawn="1"/>
        </p:nvSpPr>
        <p:spPr>
          <a:xfrm rot="20504502">
            <a:off x="7294982" y="6278060"/>
            <a:ext cx="658172" cy="493629"/>
          </a:xfrm>
          <a:prstGeom prst="ellipse">
            <a:avLst/>
          </a:prstGeom>
          <a:solidFill>
            <a:schemeClr val="bg1">
              <a:lumMod val="95000"/>
              <a:alpha val="39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14" name="Oval 17"/>
          <p:cNvSpPr/>
          <p:nvPr userDrawn="1"/>
        </p:nvSpPr>
        <p:spPr>
          <a:xfrm rot="20504502">
            <a:off x="8941436" y="5315363"/>
            <a:ext cx="512483" cy="384362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15" name="Donut 18"/>
          <p:cNvSpPr/>
          <p:nvPr userDrawn="1"/>
        </p:nvSpPr>
        <p:spPr>
          <a:xfrm rot="20504502">
            <a:off x="7453975" y="5630801"/>
            <a:ext cx="2510460" cy="1882845"/>
          </a:xfrm>
          <a:prstGeom prst="donut">
            <a:avLst>
              <a:gd name="adj" fmla="val 15926"/>
            </a:avLst>
          </a:prstGeom>
          <a:solidFill>
            <a:schemeClr val="bg1">
              <a:lumMod val="95000"/>
              <a:alpha val="13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16" name="Donut 20"/>
          <p:cNvSpPr/>
          <p:nvPr userDrawn="1"/>
        </p:nvSpPr>
        <p:spPr>
          <a:xfrm rot="20504502">
            <a:off x="9566808" y="5288131"/>
            <a:ext cx="798560" cy="598920"/>
          </a:xfrm>
          <a:prstGeom prst="donut">
            <a:avLst>
              <a:gd name="adj" fmla="val 11712"/>
            </a:avLst>
          </a:prstGeom>
          <a:solidFill>
            <a:schemeClr val="bg1">
              <a:lumMod val="95000"/>
              <a:alpha val="54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17" name="Donut 21"/>
          <p:cNvSpPr/>
          <p:nvPr userDrawn="1"/>
        </p:nvSpPr>
        <p:spPr>
          <a:xfrm rot="20504502">
            <a:off x="11585708" y="6287957"/>
            <a:ext cx="1027477" cy="770608"/>
          </a:xfrm>
          <a:prstGeom prst="donut">
            <a:avLst>
              <a:gd name="adj" fmla="val 24020"/>
            </a:avLst>
          </a:prstGeom>
          <a:solidFill>
            <a:schemeClr val="bg1">
              <a:lumMod val="95000"/>
              <a:alpha val="54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18" name="Oval 22"/>
          <p:cNvSpPr/>
          <p:nvPr userDrawn="1"/>
        </p:nvSpPr>
        <p:spPr>
          <a:xfrm rot="20504502">
            <a:off x="7421833" y="5544419"/>
            <a:ext cx="299056" cy="224292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19" name="Oval 23"/>
          <p:cNvSpPr/>
          <p:nvPr userDrawn="1"/>
        </p:nvSpPr>
        <p:spPr>
          <a:xfrm rot="20504502">
            <a:off x="4271797" y="6342623"/>
            <a:ext cx="576640" cy="432480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20" name="Donut 27"/>
          <p:cNvSpPr/>
          <p:nvPr userDrawn="1"/>
        </p:nvSpPr>
        <p:spPr>
          <a:xfrm rot="10604502">
            <a:off x="11498271" y="3334946"/>
            <a:ext cx="995676" cy="746757"/>
          </a:xfrm>
          <a:prstGeom prst="donut">
            <a:avLst>
              <a:gd name="adj" fmla="val 15926"/>
            </a:avLst>
          </a:prstGeom>
          <a:solidFill>
            <a:schemeClr val="bg1">
              <a:lumMod val="95000"/>
              <a:alpha val="31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21" name="Oval 28"/>
          <p:cNvSpPr/>
          <p:nvPr userDrawn="1"/>
        </p:nvSpPr>
        <p:spPr>
          <a:xfrm rot="10604502">
            <a:off x="11864732" y="3212976"/>
            <a:ext cx="512483" cy="384362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22" name="Donut 29"/>
          <p:cNvSpPr/>
          <p:nvPr userDrawn="1"/>
        </p:nvSpPr>
        <p:spPr>
          <a:xfrm rot="10604502">
            <a:off x="9941663" y="4482625"/>
            <a:ext cx="2510460" cy="1882845"/>
          </a:xfrm>
          <a:prstGeom prst="donut">
            <a:avLst>
              <a:gd name="adj" fmla="val 15926"/>
            </a:avLst>
          </a:prstGeom>
          <a:solidFill>
            <a:schemeClr val="bg1">
              <a:lumMod val="95000"/>
              <a:alpha val="13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23" name="Donut 30"/>
          <p:cNvSpPr/>
          <p:nvPr userDrawn="1"/>
        </p:nvSpPr>
        <p:spPr>
          <a:xfrm rot="10604502">
            <a:off x="10787825" y="4251836"/>
            <a:ext cx="798560" cy="598920"/>
          </a:xfrm>
          <a:prstGeom prst="donut">
            <a:avLst>
              <a:gd name="adj" fmla="val 11712"/>
            </a:avLst>
          </a:prstGeom>
          <a:solidFill>
            <a:schemeClr val="bg1">
              <a:lumMod val="95000"/>
              <a:alpha val="54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24" name="Donut 31"/>
          <p:cNvSpPr/>
          <p:nvPr userDrawn="1"/>
        </p:nvSpPr>
        <p:spPr>
          <a:xfrm rot="10604502">
            <a:off x="4563412" y="6414906"/>
            <a:ext cx="1027477" cy="770608"/>
          </a:xfrm>
          <a:prstGeom prst="donut">
            <a:avLst>
              <a:gd name="adj" fmla="val 24020"/>
            </a:avLst>
          </a:prstGeom>
          <a:solidFill>
            <a:schemeClr val="bg1">
              <a:lumMod val="95000"/>
              <a:alpha val="54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>
              <a:solidFill>
                <a:schemeClr val="tx1"/>
              </a:solidFill>
            </a:endParaRPr>
          </a:p>
        </p:txBody>
      </p:sp>
      <p:sp>
        <p:nvSpPr>
          <p:cNvPr id="25" name="Oval 32"/>
          <p:cNvSpPr/>
          <p:nvPr userDrawn="1"/>
        </p:nvSpPr>
        <p:spPr>
          <a:xfrm rot="10604502">
            <a:off x="11511159" y="4138386"/>
            <a:ext cx="299056" cy="224292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26" name="Oval 33"/>
          <p:cNvSpPr/>
          <p:nvPr userDrawn="1"/>
        </p:nvSpPr>
        <p:spPr>
          <a:xfrm rot="10604502">
            <a:off x="8232076" y="6308631"/>
            <a:ext cx="576640" cy="432480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27" name="Oval 34"/>
          <p:cNvSpPr/>
          <p:nvPr userDrawn="1"/>
        </p:nvSpPr>
        <p:spPr>
          <a:xfrm rot="10604502">
            <a:off x="4956088" y="6024307"/>
            <a:ext cx="299056" cy="224292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28" name="Freeform 33"/>
          <p:cNvSpPr>
            <a:spLocks noEditPoints="1"/>
          </p:cNvSpPr>
          <p:nvPr userDrawn="1"/>
        </p:nvSpPr>
        <p:spPr bwMode="auto">
          <a:xfrm>
            <a:off x="9362125" y="5899980"/>
            <a:ext cx="990531" cy="741054"/>
          </a:xfrm>
          <a:custGeom>
            <a:avLst/>
            <a:gdLst>
              <a:gd name="T0" fmla="*/ 415 w 1209"/>
              <a:gd name="T1" fmla="*/ 1063 h 1206"/>
              <a:gd name="T2" fmla="*/ 260 w 1209"/>
              <a:gd name="T3" fmla="*/ 841 h 1206"/>
              <a:gd name="T4" fmla="*/ 122 w 1209"/>
              <a:gd name="T5" fmla="*/ 968 h 1206"/>
              <a:gd name="T6" fmla="*/ 256 w 1209"/>
              <a:gd name="T7" fmla="*/ 1098 h 1206"/>
              <a:gd name="T8" fmla="*/ 424 w 1209"/>
              <a:gd name="T9" fmla="*/ 1181 h 1206"/>
              <a:gd name="T10" fmla="*/ 242 w 1209"/>
              <a:gd name="T11" fmla="*/ 804 h 1206"/>
              <a:gd name="T12" fmla="*/ 0 w 1209"/>
              <a:gd name="T13" fmla="*/ 625 h 1206"/>
              <a:gd name="T14" fmla="*/ 27 w 1209"/>
              <a:gd name="T15" fmla="*/ 787 h 1206"/>
              <a:gd name="T16" fmla="*/ 207 w 1209"/>
              <a:gd name="T17" fmla="*/ 464 h 1206"/>
              <a:gd name="T18" fmla="*/ 9 w 1209"/>
              <a:gd name="T19" fmla="*/ 489 h 1206"/>
              <a:gd name="T20" fmla="*/ 449 w 1209"/>
              <a:gd name="T21" fmla="*/ 433 h 1206"/>
              <a:gd name="T22" fmla="*/ 440 w 1209"/>
              <a:gd name="T23" fmla="*/ 640 h 1206"/>
              <a:gd name="T24" fmla="*/ 587 w 1209"/>
              <a:gd name="T25" fmla="*/ 804 h 1206"/>
              <a:gd name="T26" fmla="*/ 536 w 1209"/>
              <a:gd name="T27" fmla="*/ 1030 h 1206"/>
              <a:gd name="T28" fmla="*/ 61 w 1209"/>
              <a:gd name="T29" fmla="*/ 338 h 1206"/>
              <a:gd name="T30" fmla="*/ 166 w 1209"/>
              <a:gd name="T31" fmla="*/ 186 h 1206"/>
              <a:gd name="T32" fmla="*/ 312 w 1209"/>
              <a:gd name="T33" fmla="*/ 74 h 1206"/>
              <a:gd name="T34" fmla="*/ 485 w 1209"/>
              <a:gd name="T35" fmla="*/ 11 h 1206"/>
              <a:gd name="T36" fmla="*/ 449 w 1209"/>
              <a:gd name="T37" fmla="*/ 94 h 1206"/>
              <a:gd name="T38" fmla="*/ 273 w 1209"/>
              <a:gd name="T39" fmla="*/ 303 h 1206"/>
              <a:gd name="T40" fmla="*/ 545 w 1209"/>
              <a:gd name="T41" fmla="*/ 129 h 1206"/>
              <a:gd name="T42" fmla="*/ 427 w 1209"/>
              <a:gd name="T43" fmla="*/ 357 h 1206"/>
              <a:gd name="T44" fmla="*/ 521 w 1209"/>
              <a:gd name="T45" fmla="*/ 94 h 1206"/>
              <a:gd name="T46" fmla="*/ 432 w 1209"/>
              <a:gd name="T47" fmla="*/ 159 h 1206"/>
              <a:gd name="T48" fmla="*/ 299 w 1209"/>
              <a:gd name="T49" fmla="*/ 336 h 1206"/>
              <a:gd name="T50" fmla="*/ 404 w 1209"/>
              <a:gd name="T51" fmla="*/ 515 h 1206"/>
              <a:gd name="T52" fmla="*/ 236 w 1209"/>
              <a:gd name="T53" fmla="*/ 504 h 1206"/>
              <a:gd name="T54" fmla="*/ 403 w 1209"/>
              <a:gd name="T55" fmla="*/ 646 h 1206"/>
              <a:gd name="T56" fmla="*/ 271 w 1209"/>
              <a:gd name="T57" fmla="*/ 783 h 1206"/>
              <a:gd name="T58" fmla="*/ 643 w 1209"/>
              <a:gd name="T59" fmla="*/ 1206 h 1206"/>
              <a:gd name="T60" fmla="*/ 815 w 1209"/>
              <a:gd name="T61" fmla="*/ 1039 h 1206"/>
              <a:gd name="T62" fmla="*/ 1160 w 1209"/>
              <a:gd name="T63" fmla="*/ 841 h 1206"/>
              <a:gd name="T64" fmla="*/ 1073 w 1209"/>
              <a:gd name="T65" fmla="*/ 984 h 1206"/>
              <a:gd name="T66" fmla="*/ 936 w 1209"/>
              <a:gd name="T67" fmla="*/ 1108 h 1206"/>
              <a:gd name="T68" fmla="*/ 767 w 1209"/>
              <a:gd name="T69" fmla="*/ 1185 h 1206"/>
              <a:gd name="T70" fmla="*/ 968 w 1209"/>
              <a:gd name="T71" fmla="*/ 804 h 1206"/>
              <a:gd name="T72" fmla="*/ 1208 w 1209"/>
              <a:gd name="T73" fmla="*/ 648 h 1206"/>
              <a:gd name="T74" fmla="*/ 1018 w 1209"/>
              <a:gd name="T75" fmla="*/ 587 h 1206"/>
              <a:gd name="T76" fmla="*/ 981 w 1209"/>
              <a:gd name="T77" fmla="*/ 394 h 1206"/>
              <a:gd name="T78" fmla="*/ 1209 w 1209"/>
              <a:gd name="T79" fmla="*/ 587 h 1206"/>
              <a:gd name="T80" fmla="*/ 865 w 1209"/>
              <a:gd name="T81" fmla="*/ 203 h 1206"/>
              <a:gd name="T82" fmla="*/ 645 w 1209"/>
              <a:gd name="T83" fmla="*/ 0 h 1206"/>
              <a:gd name="T84" fmla="*/ 823 w 1209"/>
              <a:gd name="T85" fmla="*/ 42 h 1206"/>
              <a:gd name="T86" fmla="*/ 982 w 1209"/>
              <a:gd name="T87" fmla="*/ 133 h 1206"/>
              <a:gd name="T88" fmla="*/ 1107 w 1209"/>
              <a:gd name="T89" fmla="*/ 267 h 1206"/>
              <a:gd name="T90" fmla="*/ 647 w 1209"/>
              <a:gd name="T91" fmla="*/ 96 h 1206"/>
              <a:gd name="T92" fmla="*/ 624 w 1209"/>
              <a:gd name="T93" fmla="*/ 58 h 1206"/>
              <a:gd name="T94" fmla="*/ 769 w 1209"/>
              <a:gd name="T95" fmla="*/ 566 h 1206"/>
              <a:gd name="T96" fmla="*/ 765 w 1209"/>
              <a:gd name="T97" fmla="*/ 693 h 1206"/>
              <a:gd name="T98" fmla="*/ 712 w 1209"/>
              <a:gd name="T99" fmla="*/ 918 h 1206"/>
              <a:gd name="T100" fmla="*/ 784 w 1209"/>
              <a:gd name="T101" fmla="*/ 357 h 1206"/>
              <a:gd name="T102" fmla="*/ 700 w 1209"/>
              <a:gd name="T103" fmla="*/ 114 h 1206"/>
              <a:gd name="T104" fmla="*/ 762 w 1209"/>
              <a:gd name="T105" fmla="*/ 144 h 1206"/>
              <a:gd name="T106" fmla="*/ 897 w 1209"/>
              <a:gd name="T107" fmla="*/ 313 h 1206"/>
              <a:gd name="T108" fmla="*/ 807 w 1209"/>
              <a:gd name="T109" fmla="*/ 587 h 1206"/>
              <a:gd name="T110" fmla="*/ 940 w 1209"/>
              <a:gd name="T111" fmla="*/ 394 h 1206"/>
              <a:gd name="T112" fmla="*/ 784 w 1209"/>
              <a:gd name="T113" fmla="*/ 804 h 1206"/>
              <a:gd name="T114" fmla="*/ 980 w 1209"/>
              <a:gd name="T115" fmla="*/ 625 h 1206"/>
              <a:gd name="T116" fmla="*/ 691 w 1209"/>
              <a:gd name="T117" fmla="*/ 1073 h 1206"/>
              <a:gd name="T118" fmla="*/ 857 w 1209"/>
              <a:gd name="T119" fmla="*/ 926 h 1206"/>
              <a:gd name="T120" fmla="*/ 484 w 1209"/>
              <a:gd name="T121" fmla="*/ 998 h 1206"/>
              <a:gd name="T122" fmla="*/ 482 w 1209"/>
              <a:gd name="T123" fmla="*/ 1083 h 1206"/>
              <a:gd name="T124" fmla="*/ 300 w 1209"/>
              <a:gd name="T125" fmla="*/ 841 h 1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209" h="1206">
                <a:moveTo>
                  <a:pt x="567" y="1206"/>
                </a:moveTo>
                <a:lnTo>
                  <a:pt x="567" y="1206"/>
                </a:lnTo>
                <a:lnTo>
                  <a:pt x="546" y="1189"/>
                </a:lnTo>
                <a:lnTo>
                  <a:pt x="524" y="1171"/>
                </a:lnTo>
                <a:lnTo>
                  <a:pt x="502" y="1151"/>
                </a:lnTo>
                <a:lnTo>
                  <a:pt x="480" y="1130"/>
                </a:lnTo>
                <a:lnTo>
                  <a:pt x="458" y="1109"/>
                </a:lnTo>
                <a:lnTo>
                  <a:pt x="436" y="1086"/>
                </a:lnTo>
                <a:lnTo>
                  <a:pt x="415" y="1063"/>
                </a:lnTo>
                <a:lnTo>
                  <a:pt x="395" y="1040"/>
                </a:lnTo>
                <a:lnTo>
                  <a:pt x="375" y="1016"/>
                </a:lnTo>
                <a:lnTo>
                  <a:pt x="356" y="991"/>
                </a:lnTo>
                <a:lnTo>
                  <a:pt x="337" y="966"/>
                </a:lnTo>
                <a:lnTo>
                  <a:pt x="320" y="941"/>
                </a:lnTo>
                <a:lnTo>
                  <a:pt x="303" y="916"/>
                </a:lnTo>
                <a:lnTo>
                  <a:pt x="287" y="890"/>
                </a:lnTo>
                <a:lnTo>
                  <a:pt x="273" y="866"/>
                </a:lnTo>
                <a:lnTo>
                  <a:pt x="260" y="841"/>
                </a:lnTo>
                <a:lnTo>
                  <a:pt x="49" y="841"/>
                </a:lnTo>
                <a:lnTo>
                  <a:pt x="49" y="841"/>
                </a:lnTo>
                <a:lnTo>
                  <a:pt x="57" y="860"/>
                </a:lnTo>
                <a:lnTo>
                  <a:pt x="66" y="879"/>
                </a:lnTo>
                <a:lnTo>
                  <a:pt x="76" y="897"/>
                </a:lnTo>
                <a:lnTo>
                  <a:pt x="87" y="916"/>
                </a:lnTo>
                <a:lnTo>
                  <a:pt x="98" y="934"/>
                </a:lnTo>
                <a:lnTo>
                  <a:pt x="110" y="951"/>
                </a:lnTo>
                <a:lnTo>
                  <a:pt x="122" y="968"/>
                </a:lnTo>
                <a:lnTo>
                  <a:pt x="135" y="984"/>
                </a:lnTo>
                <a:lnTo>
                  <a:pt x="148" y="1000"/>
                </a:lnTo>
                <a:lnTo>
                  <a:pt x="162" y="1016"/>
                </a:lnTo>
                <a:lnTo>
                  <a:pt x="177" y="1031"/>
                </a:lnTo>
                <a:lnTo>
                  <a:pt x="192" y="1045"/>
                </a:lnTo>
                <a:lnTo>
                  <a:pt x="207" y="1059"/>
                </a:lnTo>
                <a:lnTo>
                  <a:pt x="223" y="1073"/>
                </a:lnTo>
                <a:lnTo>
                  <a:pt x="239" y="1086"/>
                </a:lnTo>
                <a:lnTo>
                  <a:pt x="256" y="1098"/>
                </a:lnTo>
                <a:lnTo>
                  <a:pt x="273" y="1110"/>
                </a:lnTo>
                <a:lnTo>
                  <a:pt x="291" y="1121"/>
                </a:lnTo>
                <a:lnTo>
                  <a:pt x="310" y="1131"/>
                </a:lnTo>
                <a:lnTo>
                  <a:pt x="328" y="1141"/>
                </a:lnTo>
                <a:lnTo>
                  <a:pt x="346" y="1151"/>
                </a:lnTo>
                <a:lnTo>
                  <a:pt x="365" y="1159"/>
                </a:lnTo>
                <a:lnTo>
                  <a:pt x="385" y="1167"/>
                </a:lnTo>
                <a:lnTo>
                  <a:pt x="404" y="1175"/>
                </a:lnTo>
                <a:lnTo>
                  <a:pt x="424" y="1181"/>
                </a:lnTo>
                <a:lnTo>
                  <a:pt x="444" y="1187"/>
                </a:lnTo>
                <a:lnTo>
                  <a:pt x="464" y="1192"/>
                </a:lnTo>
                <a:lnTo>
                  <a:pt x="484" y="1197"/>
                </a:lnTo>
                <a:lnTo>
                  <a:pt x="505" y="1200"/>
                </a:lnTo>
                <a:lnTo>
                  <a:pt x="526" y="1203"/>
                </a:lnTo>
                <a:lnTo>
                  <a:pt x="546" y="1205"/>
                </a:lnTo>
                <a:lnTo>
                  <a:pt x="567" y="1206"/>
                </a:lnTo>
                <a:close/>
                <a:moveTo>
                  <a:pt x="242" y="804"/>
                </a:moveTo>
                <a:lnTo>
                  <a:pt x="242" y="804"/>
                </a:lnTo>
                <a:lnTo>
                  <a:pt x="233" y="782"/>
                </a:lnTo>
                <a:lnTo>
                  <a:pt x="225" y="760"/>
                </a:lnTo>
                <a:lnTo>
                  <a:pt x="218" y="739"/>
                </a:lnTo>
                <a:lnTo>
                  <a:pt x="211" y="717"/>
                </a:lnTo>
                <a:lnTo>
                  <a:pt x="206" y="694"/>
                </a:lnTo>
                <a:lnTo>
                  <a:pt x="202" y="672"/>
                </a:lnTo>
                <a:lnTo>
                  <a:pt x="198" y="649"/>
                </a:lnTo>
                <a:lnTo>
                  <a:pt x="195" y="625"/>
                </a:lnTo>
                <a:lnTo>
                  <a:pt x="0" y="625"/>
                </a:lnTo>
                <a:lnTo>
                  <a:pt x="0" y="641"/>
                </a:lnTo>
                <a:lnTo>
                  <a:pt x="0" y="641"/>
                </a:lnTo>
                <a:lnTo>
                  <a:pt x="1" y="660"/>
                </a:lnTo>
                <a:lnTo>
                  <a:pt x="3" y="680"/>
                </a:lnTo>
                <a:lnTo>
                  <a:pt x="6" y="702"/>
                </a:lnTo>
                <a:lnTo>
                  <a:pt x="10" y="724"/>
                </a:lnTo>
                <a:lnTo>
                  <a:pt x="15" y="746"/>
                </a:lnTo>
                <a:lnTo>
                  <a:pt x="21" y="767"/>
                </a:lnTo>
                <a:lnTo>
                  <a:pt x="27" y="787"/>
                </a:lnTo>
                <a:lnTo>
                  <a:pt x="34" y="804"/>
                </a:lnTo>
                <a:lnTo>
                  <a:pt x="242" y="804"/>
                </a:lnTo>
                <a:close/>
                <a:moveTo>
                  <a:pt x="193" y="587"/>
                </a:moveTo>
                <a:lnTo>
                  <a:pt x="193" y="587"/>
                </a:lnTo>
                <a:lnTo>
                  <a:pt x="193" y="564"/>
                </a:lnTo>
                <a:lnTo>
                  <a:pt x="195" y="540"/>
                </a:lnTo>
                <a:lnTo>
                  <a:pt x="197" y="514"/>
                </a:lnTo>
                <a:lnTo>
                  <a:pt x="201" y="489"/>
                </a:lnTo>
                <a:lnTo>
                  <a:pt x="207" y="464"/>
                </a:lnTo>
                <a:lnTo>
                  <a:pt x="213" y="439"/>
                </a:lnTo>
                <a:lnTo>
                  <a:pt x="221" y="416"/>
                </a:lnTo>
                <a:lnTo>
                  <a:pt x="229" y="394"/>
                </a:lnTo>
                <a:lnTo>
                  <a:pt x="36" y="394"/>
                </a:lnTo>
                <a:lnTo>
                  <a:pt x="36" y="394"/>
                </a:lnTo>
                <a:lnTo>
                  <a:pt x="29" y="417"/>
                </a:lnTo>
                <a:lnTo>
                  <a:pt x="22" y="441"/>
                </a:lnTo>
                <a:lnTo>
                  <a:pt x="15" y="465"/>
                </a:lnTo>
                <a:lnTo>
                  <a:pt x="9" y="489"/>
                </a:lnTo>
                <a:lnTo>
                  <a:pt x="5" y="514"/>
                </a:lnTo>
                <a:lnTo>
                  <a:pt x="2" y="539"/>
                </a:lnTo>
                <a:lnTo>
                  <a:pt x="0" y="563"/>
                </a:lnTo>
                <a:lnTo>
                  <a:pt x="0" y="587"/>
                </a:lnTo>
                <a:lnTo>
                  <a:pt x="193" y="587"/>
                </a:lnTo>
                <a:close/>
                <a:moveTo>
                  <a:pt x="456" y="394"/>
                </a:moveTo>
                <a:lnTo>
                  <a:pt x="456" y="394"/>
                </a:lnTo>
                <a:lnTo>
                  <a:pt x="452" y="413"/>
                </a:lnTo>
                <a:lnTo>
                  <a:pt x="449" y="433"/>
                </a:lnTo>
                <a:lnTo>
                  <a:pt x="444" y="473"/>
                </a:lnTo>
                <a:lnTo>
                  <a:pt x="441" y="514"/>
                </a:lnTo>
                <a:lnTo>
                  <a:pt x="440" y="553"/>
                </a:lnTo>
                <a:lnTo>
                  <a:pt x="440" y="587"/>
                </a:lnTo>
                <a:lnTo>
                  <a:pt x="587" y="587"/>
                </a:lnTo>
                <a:lnTo>
                  <a:pt x="587" y="394"/>
                </a:lnTo>
                <a:lnTo>
                  <a:pt x="456" y="394"/>
                </a:lnTo>
                <a:close/>
                <a:moveTo>
                  <a:pt x="440" y="625"/>
                </a:moveTo>
                <a:lnTo>
                  <a:pt x="440" y="640"/>
                </a:lnTo>
                <a:lnTo>
                  <a:pt x="440" y="640"/>
                </a:lnTo>
                <a:lnTo>
                  <a:pt x="441" y="658"/>
                </a:lnTo>
                <a:lnTo>
                  <a:pt x="442" y="678"/>
                </a:lnTo>
                <a:lnTo>
                  <a:pt x="445" y="700"/>
                </a:lnTo>
                <a:lnTo>
                  <a:pt x="448" y="723"/>
                </a:lnTo>
                <a:lnTo>
                  <a:pt x="456" y="767"/>
                </a:lnTo>
                <a:lnTo>
                  <a:pt x="461" y="787"/>
                </a:lnTo>
                <a:lnTo>
                  <a:pt x="466" y="804"/>
                </a:lnTo>
                <a:lnTo>
                  <a:pt x="587" y="804"/>
                </a:lnTo>
                <a:lnTo>
                  <a:pt x="587" y="625"/>
                </a:lnTo>
                <a:lnTo>
                  <a:pt x="440" y="625"/>
                </a:lnTo>
                <a:close/>
                <a:moveTo>
                  <a:pt x="475" y="841"/>
                </a:moveTo>
                <a:lnTo>
                  <a:pt x="475" y="841"/>
                </a:lnTo>
                <a:lnTo>
                  <a:pt x="485" y="879"/>
                </a:lnTo>
                <a:lnTo>
                  <a:pt x="496" y="918"/>
                </a:lnTo>
                <a:lnTo>
                  <a:pt x="508" y="955"/>
                </a:lnTo>
                <a:lnTo>
                  <a:pt x="522" y="993"/>
                </a:lnTo>
                <a:lnTo>
                  <a:pt x="536" y="1030"/>
                </a:lnTo>
                <a:lnTo>
                  <a:pt x="551" y="1066"/>
                </a:lnTo>
                <a:lnTo>
                  <a:pt x="568" y="1102"/>
                </a:lnTo>
                <a:lnTo>
                  <a:pt x="587" y="1136"/>
                </a:lnTo>
                <a:lnTo>
                  <a:pt x="587" y="841"/>
                </a:lnTo>
                <a:lnTo>
                  <a:pt x="475" y="841"/>
                </a:lnTo>
                <a:close/>
                <a:moveTo>
                  <a:pt x="245" y="357"/>
                </a:moveTo>
                <a:lnTo>
                  <a:pt x="52" y="357"/>
                </a:lnTo>
                <a:lnTo>
                  <a:pt x="52" y="357"/>
                </a:lnTo>
                <a:lnTo>
                  <a:pt x="61" y="338"/>
                </a:lnTo>
                <a:lnTo>
                  <a:pt x="70" y="319"/>
                </a:lnTo>
                <a:lnTo>
                  <a:pt x="80" y="300"/>
                </a:lnTo>
                <a:lnTo>
                  <a:pt x="91" y="283"/>
                </a:lnTo>
                <a:lnTo>
                  <a:pt x="102" y="265"/>
                </a:lnTo>
                <a:lnTo>
                  <a:pt x="114" y="249"/>
                </a:lnTo>
                <a:lnTo>
                  <a:pt x="126" y="232"/>
                </a:lnTo>
                <a:lnTo>
                  <a:pt x="139" y="216"/>
                </a:lnTo>
                <a:lnTo>
                  <a:pt x="152" y="201"/>
                </a:lnTo>
                <a:lnTo>
                  <a:pt x="166" y="186"/>
                </a:lnTo>
                <a:lnTo>
                  <a:pt x="181" y="171"/>
                </a:lnTo>
                <a:lnTo>
                  <a:pt x="196" y="157"/>
                </a:lnTo>
                <a:lnTo>
                  <a:pt x="211" y="144"/>
                </a:lnTo>
                <a:lnTo>
                  <a:pt x="227" y="131"/>
                </a:lnTo>
                <a:lnTo>
                  <a:pt x="243" y="118"/>
                </a:lnTo>
                <a:lnTo>
                  <a:pt x="259" y="107"/>
                </a:lnTo>
                <a:lnTo>
                  <a:pt x="276" y="95"/>
                </a:lnTo>
                <a:lnTo>
                  <a:pt x="294" y="84"/>
                </a:lnTo>
                <a:lnTo>
                  <a:pt x="312" y="74"/>
                </a:lnTo>
                <a:lnTo>
                  <a:pt x="330" y="65"/>
                </a:lnTo>
                <a:lnTo>
                  <a:pt x="349" y="56"/>
                </a:lnTo>
                <a:lnTo>
                  <a:pt x="367" y="47"/>
                </a:lnTo>
                <a:lnTo>
                  <a:pt x="386" y="39"/>
                </a:lnTo>
                <a:lnTo>
                  <a:pt x="406" y="32"/>
                </a:lnTo>
                <a:lnTo>
                  <a:pt x="425" y="26"/>
                </a:lnTo>
                <a:lnTo>
                  <a:pt x="445" y="20"/>
                </a:lnTo>
                <a:lnTo>
                  <a:pt x="465" y="15"/>
                </a:lnTo>
                <a:lnTo>
                  <a:pt x="485" y="11"/>
                </a:lnTo>
                <a:lnTo>
                  <a:pt x="505" y="7"/>
                </a:lnTo>
                <a:lnTo>
                  <a:pt x="525" y="4"/>
                </a:lnTo>
                <a:lnTo>
                  <a:pt x="546" y="1"/>
                </a:lnTo>
                <a:lnTo>
                  <a:pt x="567" y="0"/>
                </a:lnTo>
                <a:lnTo>
                  <a:pt x="567" y="0"/>
                </a:lnTo>
                <a:lnTo>
                  <a:pt x="519" y="36"/>
                </a:lnTo>
                <a:lnTo>
                  <a:pt x="495" y="55"/>
                </a:lnTo>
                <a:lnTo>
                  <a:pt x="472" y="74"/>
                </a:lnTo>
                <a:lnTo>
                  <a:pt x="449" y="94"/>
                </a:lnTo>
                <a:lnTo>
                  <a:pt x="427" y="115"/>
                </a:lnTo>
                <a:lnTo>
                  <a:pt x="405" y="136"/>
                </a:lnTo>
                <a:lnTo>
                  <a:pt x="384" y="158"/>
                </a:lnTo>
                <a:lnTo>
                  <a:pt x="363" y="180"/>
                </a:lnTo>
                <a:lnTo>
                  <a:pt x="343" y="203"/>
                </a:lnTo>
                <a:lnTo>
                  <a:pt x="325" y="227"/>
                </a:lnTo>
                <a:lnTo>
                  <a:pt x="307" y="251"/>
                </a:lnTo>
                <a:lnTo>
                  <a:pt x="289" y="276"/>
                </a:lnTo>
                <a:lnTo>
                  <a:pt x="273" y="303"/>
                </a:lnTo>
                <a:lnTo>
                  <a:pt x="259" y="329"/>
                </a:lnTo>
                <a:lnTo>
                  <a:pt x="245" y="357"/>
                </a:lnTo>
                <a:lnTo>
                  <a:pt x="245" y="357"/>
                </a:lnTo>
                <a:close/>
                <a:moveTo>
                  <a:pt x="464" y="357"/>
                </a:moveTo>
                <a:lnTo>
                  <a:pt x="587" y="357"/>
                </a:lnTo>
                <a:lnTo>
                  <a:pt x="587" y="60"/>
                </a:lnTo>
                <a:lnTo>
                  <a:pt x="587" y="60"/>
                </a:lnTo>
                <a:lnTo>
                  <a:pt x="565" y="94"/>
                </a:lnTo>
                <a:lnTo>
                  <a:pt x="545" y="129"/>
                </a:lnTo>
                <a:lnTo>
                  <a:pt x="527" y="165"/>
                </a:lnTo>
                <a:lnTo>
                  <a:pt x="510" y="201"/>
                </a:lnTo>
                <a:lnTo>
                  <a:pt x="496" y="239"/>
                </a:lnTo>
                <a:lnTo>
                  <a:pt x="484" y="277"/>
                </a:lnTo>
                <a:lnTo>
                  <a:pt x="473" y="317"/>
                </a:lnTo>
                <a:lnTo>
                  <a:pt x="464" y="357"/>
                </a:lnTo>
                <a:lnTo>
                  <a:pt x="464" y="357"/>
                </a:lnTo>
                <a:close/>
                <a:moveTo>
                  <a:pt x="427" y="357"/>
                </a:moveTo>
                <a:lnTo>
                  <a:pt x="427" y="357"/>
                </a:lnTo>
                <a:lnTo>
                  <a:pt x="434" y="322"/>
                </a:lnTo>
                <a:lnTo>
                  <a:pt x="443" y="283"/>
                </a:lnTo>
                <a:lnTo>
                  <a:pt x="455" y="244"/>
                </a:lnTo>
                <a:lnTo>
                  <a:pt x="469" y="204"/>
                </a:lnTo>
                <a:lnTo>
                  <a:pt x="485" y="165"/>
                </a:lnTo>
                <a:lnTo>
                  <a:pt x="493" y="146"/>
                </a:lnTo>
                <a:lnTo>
                  <a:pt x="502" y="127"/>
                </a:lnTo>
                <a:lnTo>
                  <a:pt x="511" y="110"/>
                </a:lnTo>
                <a:lnTo>
                  <a:pt x="521" y="94"/>
                </a:lnTo>
                <a:lnTo>
                  <a:pt x="531" y="78"/>
                </a:lnTo>
                <a:lnTo>
                  <a:pt x="541" y="65"/>
                </a:lnTo>
                <a:lnTo>
                  <a:pt x="541" y="65"/>
                </a:lnTo>
                <a:lnTo>
                  <a:pt x="522" y="78"/>
                </a:lnTo>
                <a:lnTo>
                  <a:pt x="504" y="93"/>
                </a:lnTo>
                <a:lnTo>
                  <a:pt x="485" y="108"/>
                </a:lnTo>
                <a:lnTo>
                  <a:pt x="467" y="125"/>
                </a:lnTo>
                <a:lnTo>
                  <a:pt x="449" y="141"/>
                </a:lnTo>
                <a:lnTo>
                  <a:pt x="432" y="159"/>
                </a:lnTo>
                <a:lnTo>
                  <a:pt x="415" y="177"/>
                </a:lnTo>
                <a:lnTo>
                  <a:pt x="398" y="196"/>
                </a:lnTo>
                <a:lnTo>
                  <a:pt x="382" y="215"/>
                </a:lnTo>
                <a:lnTo>
                  <a:pt x="366" y="234"/>
                </a:lnTo>
                <a:lnTo>
                  <a:pt x="352" y="254"/>
                </a:lnTo>
                <a:lnTo>
                  <a:pt x="337" y="274"/>
                </a:lnTo>
                <a:lnTo>
                  <a:pt x="324" y="294"/>
                </a:lnTo>
                <a:lnTo>
                  <a:pt x="311" y="315"/>
                </a:lnTo>
                <a:lnTo>
                  <a:pt x="299" y="336"/>
                </a:lnTo>
                <a:lnTo>
                  <a:pt x="288" y="357"/>
                </a:lnTo>
                <a:lnTo>
                  <a:pt x="427" y="357"/>
                </a:lnTo>
                <a:close/>
                <a:moveTo>
                  <a:pt x="420" y="394"/>
                </a:moveTo>
                <a:lnTo>
                  <a:pt x="420" y="394"/>
                </a:lnTo>
                <a:lnTo>
                  <a:pt x="415" y="417"/>
                </a:lnTo>
                <a:lnTo>
                  <a:pt x="412" y="441"/>
                </a:lnTo>
                <a:lnTo>
                  <a:pt x="408" y="466"/>
                </a:lnTo>
                <a:lnTo>
                  <a:pt x="406" y="490"/>
                </a:lnTo>
                <a:lnTo>
                  <a:pt x="404" y="515"/>
                </a:lnTo>
                <a:lnTo>
                  <a:pt x="403" y="540"/>
                </a:lnTo>
                <a:lnTo>
                  <a:pt x="403" y="564"/>
                </a:lnTo>
                <a:lnTo>
                  <a:pt x="403" y="587"/>
                </a:lnTo>
                <a:lnTo>
                  <a:pt x="229" y="587"/>
                </a:lnTo>
                <a:lnTo>
                  <a:pt x="229" y="571"/>
                </a:lnTo>
                <a:lnTo>
                  <a:pt x="229" y="571"/>
                </a:lnTo>
                <a:lnTo>
                  <a:pt x="229" y="549"/>
                </a:lnTo>
                <a:lnTo>
                  <a:pt x="232" y="527"/>
                </a:lnTo>
                <a:lnTo>
                  <a:pt x="236" y="504"/>
                </a:lnTo>
                <a:lnTo>
                  <a:pt x="242" y="481"/>
                </a:lnTo>
                <a:lnTo>
                  <a:pt x="248" y="458"/>
                </a:lnTo>
                <a:lnTo>
                  <a:pt x="255" y="436"/>
                </a:lnTo>
                <a:lnTo>
                  <a:pt x="262" y="415"/>
                </a:lnTo>
                <a:lnTo>
                  <a:pt x="270" y="394"/>
                </a:lnTo>
                <a:lnTo>
                  <a:pt x="420" y="394"/>
                </a:lnTo>
                <a:close/>
                <a:moveTo>
                  <a:pt x="403" y="625"/>
                </a:moveTo>
                <a:lnTo>
                  <a:pt x="403" y="625"/>
                </a:lnTo>
                <a:lnTo>
                  <a:pt x="403" y="646"/>
                </a:lnTo>
                <a:lnTo>
                  <a:pt x="404" y="669"/>
                </a:lnTo>
                <a:lnTo>
                  <a:pt x="406" y="692"/>
                </a:lnTo>
                <a:lnTo>
                  <a:pt x="409" y="715"/>
                </a:lnTo>
                <a:lnTo>
                  <a:pt x="413" y="738"/>
                </a:lnTo>
                <a:lnTo>
                  <a:pt x="418" y="761"/>
                </a:lnTo>
                <a:lnTo>
                  <a:pt x="427" y="804"/>
                </a:lnTo>
                <a:lnTo>
                  <a:pt x="281" y="804"/>
                </a:lnTo>
                <a:lnTo>
                  <a:pt x="281" y="804"/>
                </a:lnTo>
                <a:lnTo>
                  <a:pt x="271" y="783"/>
                </a:lnTo>
                <a:lnTo>
                  <a:pt x="262" y="762"/>
                </a:lnTo>
                <a:lnTo>
                  <a:pt x="254" y="740"/>
                </a:lnTo>
                <a:lnTo>
                  <a:pt x="247" y="717"/>
                </a:lnTo>
                <a:lnTo>
                  <a:pt x="241" y="694"/>
                </a:lnTo>
                <a:lnTo>
                  <a:pt x="236" y="671"/>
                </a:lnTo>
                <a:lnTo>
                  <a:pt x="233" y="648"/>
                </a:lnTo>
                <a:lnTo>
                  <a:pt x="230" y="625"/>
                </a:lnTo>
                <a:lnTo>
                  <a:pt x="403" y="625"/>
                </a:lnTo>
                <a:close/>
                <a:moveTo>
                  <a:pt x="643" y="1206"/>
                </a:moveTo>
                <a:lnTo>
                  <a:pt x="643" y="1206"/>
                </a:lnTo>
                <a:lnTo>
                  <a:pt x="666" y="1188"/>
                </a:lnTo>
                <a:lnTo>
                  <a:pt x="688" y="1168"/>
                </a:lnTo>
                <a:lnTo>
                  <a:pt x="710" y="1148"/>
                </a:lnTo>
                <a:lnTo>
                  <a:pt x="732" y="1128"/>
                </a:lnTo>
                <a:lnTo>
                  <a:pt x="753" y="1106"/>
                </a:lnTo>
                <a:lnTo>
                  <a:pt x="774" y="1085"/>
                </a:lnTo>
                <a:lnTo>
                  <a:pt x="795" y="1062"/>
                </a:lnTo>
                <a:lnTo>
                  <a:pt x="815" y="1039"/>
                </a:lnTo>
                <a:lnTo>
                  <a:pt x="835" y="1016"/>
                </a:lnTo>
                <a:lnTo>
                  <a:pt x="854" y="992"/>
                </a:lnTo>
                <a:lnTo>
                  <a:pt x="872" y="968"/>
                </a:lnTo>
                <a:lnTo>
                  <a:pt x="889" y="943"/>
                </a:lnTo>
                <a:lnTo>
                  <a:pt x="906" y="919"/>
                </a:lnTo>
                <a:lnTo>
                  <a:pt x="923" y="892"/>
                </a:lnTo>
                <a:lnTo>
                  <a:pt x="937" y="867"/>
                </a:lnTo>
                <a:lnTo>
                  <a:pt x="951" y="841"/>
                </a:lnTo>
                <a:lnTo>
                  <a:pt x="1160" y="841"/>
                </a:lnTo>
                <a:lnTo>
                  <a:pt x="1160" y="841"/>
                </a:lnTo>
                <a:lnTo>
                  <a:pt x="1151" y="860"/>
                </a:lnTo>
                <a:lnTo>
                  <a:pt x="1142" y="879"/>
                </a:lnTo>
                <a:lnTo>
                  <a:pt x="1132" y="898"/>
                </a:lnTo>
                <a:lnTo>
                  <a:pt x="1121" y="917"/>
                </a:lnTo>
                <a:lnTo>
                  <a:pt x="1110" y="934"/>
                </a:lnTo>
                <a:lnTo>
                  <a:pt x="1098" y="951"/>
                </a:lnTo>
                <a:lnTo>
                  <a:pt x="1086" y="968"/>
                </a:lnTo>
                <a:lnTo>
                  <a:pt x="1073" y="984"/>
                </a:lnTo>
                <a:lnTo>
                  <a:pt x="1060" y="1000"/>
                </a:lnTo>
                <a:lnTo>
                  <a:pt x="1046" y="1015"/>
                </a:lnTo>
                <a:lnTo>
                  <a:pt x="1032" y="1030"/>
                </a:lnTo>
                <a:lnTo>
                  <a:pt x="1017" y="1044"/>
                </a:lnTo>
                <a:lnTo>
                  <a:pt x="1001" y="1058"/>
                </a:lnTo>
                <a:lnTo>
                  <a:pt x="986" y="1072"/>
                </a:lnTo>
                <a:lnTo>
                  <a:pt x="970" y="1084"/>
                </a:lnTo>
                <a:lnTo>
                  <a:pt x="953" y="1096"/>
                </a:lnTo>
                <a:lnTo>
                  <a:pt x="936" y="1108"/>
                </a:lnTo>
                <a:lnTo>
                  <a:pt x="919" y="1119"/>
                </a:lnTo>
                <a:lnTo>
                  <a:pt x="900" y="1130"/>
                </a:lnTo>
                <a:lnTo>
                  <a:pt x="882" y="1139"/>
                </a:lnTo>
                <a:lnTo>
                  <a:pt x="864" y="1149"/>
                </a:lnTo>
                <a:lnTo>
                  <a:pt x="845" y="1157"/>
                </a:lnTo>
                <a:lnTo>
                  <a:pt x="826" y="1165"/>
                </a:lnTo>
                <a:lnTo>
                  <a:pt x="806" y="1173"/>
                </a:lnTo>
                <a:lnTo>
                  <a:pt x="787" y="1179"/>
                </a:lnTo>
                <a:lnTo>
                  <a:pt x="767" y="1185"/>
                </a:lnTo>
                <a:lnTo>
                  <a:pt x="747" y="1191"/>
                </a:lnTo>
                <a:lnTo>
                  <a:pt x="727" y="1195"/>
                </a:lnTo>
                <a:lnTo>
                  <a:pt x="706" y="1199"/>
                </a:lnTo>
                <a:lnTo>
                  <a:pt x="685" y="1202"/>
                </a:lnTo>
                <a:lnTo>
                  <a:pt x="664" y="1205"/>
                </a:lnTo>
                <a:lnTo>
                  <a:pt x="643" y="1206"/>
                </a:lnTo>
                <a:lnTo>
                  <a:pt x="643" y="1206"/>
                </a:lnTo>
                <a:close/>
                <a:moveTo>
                  <a:pt x="968" y="804"/>
                </a:moveTo>
                <a:lnTo>
                  <a:pt x="968" y="804"/>
                </a:lnTo>
                <a:lnTo>
                  <a:pt x="985" y="757"/>
                </a:lnTo>
                <a:lnTo>
                  <a:pt x="991" y="736"/>
                </a:lnTo>
                <a:lnTo>
                  <a:pt x="997" y="716"/>
                </a:lnTo>
                <a:lnTo>
                  <a:pt x="1002" y="696"/>
                </a:lnTo>
                <a:lnTo>
                  <a:pt x="1006" y="674"/>
                </a:lnTo>
                <a:lnTo>
                  <a:pt x="1015" y="625"/>
                </a:lnTo>
                <a:lnTo>
                  <a:pt x="1209" y="625"/>
                </a:lnTo>
                <a:lnTo>
                  <a:pt x="1209" y="625"/>
                </a:lnTo>
                <a:lnTo>
                  <a:pt x="1208" y="648"/>
                </a:lnTo>
                <a:lnTo>
                  <a:pt x="1206" y="671"/>
                </a:lnTo>
                <a:lnTo>
                  <a:pt x="1203" y="693"/>
                </a:lnTo>
                <a:lnTo>
                  <a:pt x="1199" y="716"/>
                </a:lnTo>
                <a:lnTo>
                  <a:pt x="1194" y="738"/>
                </a:lnTo>
                <a:lnTo>
                  <a:pt x="1188" y="760"/>
                </a:lnTo>
                <a:lnTo>
                  <a:pt x="1182" y="782"/>
                </a:lnTo>
                <a:lnTo>
                  <a:pt x="1175" y="804"/>
                </a:lnTo>
                <a:lnTo>
                  <a:pt x="968" y="804"/>
                </a:lnTo>
                <a:close/>
                <a:moveTo>
                  <a:pt x="1018" y="587"/>
                </a:moveTo>
                <a:lnTo>
                  <a:pt x="1018" y="587"/>
                </a:lnTo>
                <a:lnTo>
                  <a:pt x="1016" y="562"/>
                </a:lnTo>
                <a:lnTo>
                  <a:pt x="1014" y="538"/>
                </a:lnTo>
                <a:lnTo>
                  <a:pt x="1011" y="513"/>
                </a:lnTo>
                <a:lnTo>
                  <a:pt x="1007" y="489"/>
                </a:lnTo>
                <a:lnTo>
                  <a:pt x="1002" y="466"/>
                </a:lnTo>
                <a:lnTo>
                  <a:pt x="997" y="442"/>
                </a:lnTo>
                <a:lnTo>
                  <a:pt x="990" y="418"/>
                </a:lnTo>
                <a:lnTo>
                  <a:pt x="981" y="394"/>
                </a:lnTo>
                <a:lnTo>
                  <a:pt x="1173" y="394"/>
                </a:lnTo>
                <a:lnTo>
                  <a:pt x="1173" y="394"/>
                </a:lnTo>
                <a:lnTo>
                  <a:pt x="1186" y="442"/>
                </a:lnTo>
                <a:lnTo>
                  <a:pt x="1192" y="466"/>
                </a:lnTo>
                <a:lnTo>
                  <a:pt x="1197" y="490"/>
                </a:lnTo>
                <a:lnTo>
                  <a:pt x="1201" y="513"/>
                </a:lnTo>
                <a:lnTo>
                  <a:pt x="1205" y="537"/>
                </a:lnTo>
                <a:lnTo>
                  <a:pt x="1208" y="562"/>
                </a:lnTo>
                <a:lnTo>
                  <a:pt x="1209" y="587"/>
                </a:lnTo>
                <a:lnTo>
                  <a:pt x="1018" y="587"/>
                </a:lnTo>
                <a:close/>
                <a:moveTo>
                  <a:pt x="965" y="357"/>
                </a:moveTo>
                <a:lnTo>
                  <a:pt x="965" y="357"/>
                </a:lnTo>
                <a:lnTo>
                  <a:pt x="951" y="329"/>
                </a:lnTo>
                <a:lnTo>
                  <a:pt x="936" y="302"/>
                </a:lnTo>
                <a:lnTo>
                  <a:pt x="920" y="276"/>
                </a:lnTo>
                <a:lnTo>
                  <a:pt x="902" y="251"/>
                </a:lnTo>
                <a:lnTo>
                  <a:pt x="884" y="227"/>
                </a:lnTo>
                <a:lnTo>
                  <a:pt x="865" y="203"/>
                </a:lnTo>
                <a:lnTo>
                  <a:pt x="846" y="181"/>
                </a:lnTo>
                <a:lnTo>
                  <a:pt x="826" y="159"/>
                </a:lnTo>
                <a:lnTo>
                  <a:pt x="805" y="137"/>
                </a:lnTo>
                <a:lnTo>
                  <a:pt x="784" y="116"/>
                </a:lnTo>
                <a:lnTo>
                  <a:pt x="762" y="96"/>
                </a:lnTo>
                <a:lnTo>
                  <a:pt x="739" y="76"/>
                </a:lnTo>
                <a:lnTo>
                  <a:pt x="693" y="37"/>
                </a:lnTo>
                <a:lnTo>
                  <a:pt x="645" y="0"/>
                </a:lnTo>
                <a:lnTo>
                  <a:pt x="645" y="0"/>
                </a:lnTo>
                <a:lnTo>
                  <a:pt x="665" y="2"/>
                </a:lnTo>
                <a:lnTo>
                  <a:pt x="685" y="4"/>
                </a:lnTo>
                <a:lnTo>
                  <a:pt x="706" y="8"/>
                </a:lnTo>
                <a:lnTo>
                  <a:pt x="726" y="12"/>
                </a:lnTo>
                <a:lnTo>
                  <a:pt x="745" y="16"/>
                </a:lnTo>
                <a:lnTo>
                  <a:pt x="765" y="22"/>
                </a:lnTo>
                <a:lnTo>
                  <a:pt x="785" y="28"/>
                </a:lnTo>
                <a:lnTo>
                  <a:pt x="804" y="34"/>
                </a:lnTo>
                <a:lnTo>
                  <a:pt x="823" y="42"/>
                </a:lnTo>
                <a:lnTo>
                  <a:pt x="842" y="50"/>
                </a:lnTo>
                <a:lnTo>
                  <a:pt x="860" y="58"/>
                </a:lnTo>
                <a:lnTo>
                  <a:pt x="878" y="67"/>
                </a:lnTo>
                <a:lnTo>
                  <a:pt x="896" y="77"/>
                </a:lnTo>
                <a:lnTo>
                  <a:pt x="915" y="87"/>
                </a:lnTo>
                <a:lnTo>
                  <a:pt x="932" y="98"/>
                </a:lnTo>
                <a:lnTo>
                  <a:pt x="949" y="109"/>
                </a:lnTo>
                <a:lnTo>
                  <a:pt x="966" y="121"/>
                </a:lnTo>
                <a:lnTo>
                  <a:pt x="982" y="133"/>
                </a:lnTo>
                <a:lnTo>
                  <a:pt x="998" y="146"/>
                </a:lnTo>
                <a:lnTo>
                  <a:pt x="1013" y="160"/>
                </a:lnTo>
                <a:lnTo>
                  <a:pt x="1028" y="174"/>
                </a:lnTo>
                <a:lnTo>
                  <a:pt x="1042" y="188"/>
                </a:lnTo>
                <a:lnTo>
                  <a:pt x="1056" y="203"/>
                </a:lnTo>
                <a:lnTo>
                  <a:pt x="1070" y="218"/>
                </a:lnTo>
                <a:lnTo>
                  <a:pt x="1082" y="234"/>
                </a:lnTo>
                <a:lnTo>
                  <a:pt x="1095" y="250"/>
                </a:lnTo>
                <a:lnTo>
                  <a:pt x="1107" y="267"/>
                </a:lnTo>
                <a:lnTo>
                  <a:pt x="1118" y="284"/>
                </a:lnTo>
                <a:lnTo>
                  <a:pt x="1129" y="302"/>
                </a:lnTo>
                <a:lnTo>
                  <a:pt x="1139" y="320"/>
                </a:lnTo>
                <a:lnTo>
                  <a:pt x="1148" y="338"/>
                </a:lnTo>
                <a:lnTo>
                  <a:pt x="1157" y="357"/>
                </a:lnTo>
                <a:lnTo>
                  <a:pt x="965" y="357"/>
                </a:lnTo>
                <a:close/>
                <a:moveTo>
                  <a:pt x="624" y="58"/>
                </a:moveTo>
                <a:lnTo>
                  <a:pt x="624" y="58"/>
                </a:lnTo>
                <a:lnTo>
                  <a:pt x="647" y="96"/>
                </a:lnTo>
                <a:lnTo>
                  <a:pt x="667" y="132"/>
                </a:lnTo>
                <a:lnTo>
                  <a:pt x="684" y="167"/>
                </a:lnTo>
                <a:lnTo>
                  <a:pt x="699" y="201"/>
                </a:lnTo>
                <a:lnTo>
                  <a:pt x="712" y="236"/>
                </a:lnTo>
                <a:lnTo>
                  <a:pt x="724" y="273"/>
                </a:lnTo>
                <a:lnTo>
                  <a:pt x="736" y="314"/>
                </a:lnTo>
                <a:lnTo>
                  <a:pt x="746" y="357"/>
                </a:lnTo>
                <a:lnTo>
                  <a:pt x="624" y="357"/>
                </a:lnTo>
                <a:lnTo>
                  <a:pt x="624" y="58"/>
                </a:lnTo>
                <a:close/>
                <a:moveTo>
                  <a:pt x="754" y="394"/>
                </a:moveTo>
                <a:lnTo>
                  <a:pt x="754" y="394"/>
                </a:lnTo>
                <a:lnTo>
                  <a:pt x="762" y="449"/>
                </a:lnTo>
                <a:lnTo>
                  <a:pt x="765" y="476"/>
                </a:lnTo>
                <a:lnTo>
                  <a:pt x="767" y="504"/>
                </a:lnTo>
                <a:lnTo>
                  <a:pt x="767" y="504"/>
                </a:lnTo>
                <a:lnTo>
                  <a:pt x="768" y="525"/>
                </a:lnTo>
                <a:lnTo>
                  <a:pt x="769" y="546"/>
                </a:lnTo>
                <a:lnTo>
                  <a:pt x="769" y="566"/>
                </a:lnTo>
                <a:lnTo>
                  <a:pt x="770" y="587"/>
                </a:lnTo>
                <a:lnTo>
                  <a:pt x="624" y="587"/>
                </a:lnTo>
                <a:lnTo>
                  <a:pt x="624" y="394"/>
                </a:lnTo>
                <a:lnTo>
                  <a:pt x="754" y="394"/>
                </a:lnTo>
                <a:close/>
                <a:moveTo>
                  <a:pt x="770" y="625"/>
                </a:moveTo>
                <a:lnTo>
                  <a:pt x="770" y="625"/>
                </a:lnTo>
                <a:lnTo>
                  <a:pt x="769" y="647"/>
                </a:lnTo>
                <a:lnTo>
                  <a:pt x="768" y="670"/>
                </a:lnTo>
                <a:lnTo>
                  <a:pt x="765" y="693"/>
                </a:lnTo>
                <a:lnTo>
                  <a:pt x="762" y="715"/>
                </a:lnTo>
                <a:lnTo>
                  <a:pt x="754" y="760"/>
                </a:lnTo>
                <a:lnTo>
                  <a:pt x="745" y="804"/>
                </a:lnTo>
                <a:lnTo>
                  <a:pt x="624" y="804"/>
                </a:lnTo>
                <a:lnTo>
                  <a:pt x="624" y="625"/>
                </a:lnTo>
                <a:lnTo>
                  <a:pt x="770" y="625"/>
                </a:lnTo>
                <a:close/>
                <a:moveTo>
                  <a:pt x="736" y="841"/>
                </a:moveTo>
                <a:lnTo>
                  <a:pt x="736" y="841"/>
                </a:lnTo>
                <a:lnTo>
                  <a:pt x="712" y="918"/>
                </a:lnTo>
                <a:lnTo>
                  <a:pt x="699" y="955"/>
                </a:lnTo>
                <a:lnTo>
                  <a:pt x="686" y="992"/>
                </a:lnTo>
                <a:lnTo>
                  <a:pt x="672" y="1029"/>
                </a:lnTo>
                <a:lnTo>
                  <a:pt x="657" y="1065"/>
                </a:lnTo>
                <a:lnTo>
                  <a:pt x="641" y="1101"/>
                </a:lnTo>
                <a:lnTo>
                  <a:pt x="624" y="1138"/>
                </a:lnTo>
                <a:lnTo>
                  <a:pt x="624" y="841"/>
                </a:lnTo>
                <a:lnTo>
                  <a:pt x="736" y="841"/>
                </a:lnTo>
                <a:close/>
                <a:moveTo>
                  <a:pt x="784" y="357"/>
                </a:moveTo>
                <a:lnTo>
                  <a:pt x="784" y="357"/>
                </a:lnTo>
                <a:lnTo>
                  <a:pt x="775" y="318"/>
                </a:lnTo>
                <a:lnTo>
                  <a:pt x="765" y="279"/>
                </a:lnTo>
                <a:lnTo>
                  <a:pt x="754" y="241"/>
                </a:lnTo>
                <a:lnTo>
                  <a:pt x="741" y="204"/>
                </a:lnTo>
                <a:lnTo>
                  <a:pt x="726" y="167"/>
                </a:lnTo>
                <a:lnTo>
                  <a:pt x="718" y="149"/>
                </a:lnTo>
                <a:lnTo>
                  <a:pt x="709" y="132"/>
                </a:lnTo>
                <a:lnTo>
                  <a:pt x="700" y="114"/>
                </a:lnTo>
                <a:lnTo>
                  <a:pt x="690" y="97"/>
                </a:lnTo>
                <a:lnTo>
                  <a:pt x="680" y="81"/>
                </a:lnTo>
                <a:lnTo>
                  <a:pt x="669" y="65"/>
                </a:lnTo>
                <a:lnTo>
                  <a:pt x="669" y="65"/>
                </a:lnTo>
                <a:lnTo>
                  <a:pt x="688" y="80"/>
                </a:lnTo>
                <a:lnTo>
                  <a:pt x="708" y="95"/>
                </a:lnTo>
                <a:lnTo>
                  <a:pt x="726" y="111"/>
                </a:lnTo>
                <a:lnTo>
                  <a:pt x="744" y="127"/>
                </a:lnTo>
                <a:lnTo>
                  <a:pt x="762" y="144"/>
                </a:lnTo>
                <a:lnTo>
                  <a:pt x="779" y="161"/>
                </a:lnTo>
                <a:lnTo>
                  <a:pt x="795" y="178"/>
                </a:lnTo>
                <a:lnTo>
                  <a:pt x="811" y="196"/>
                </a:lnTo>
                <a:lnTo>
                  <a:pt x="827" y="214"/>
                </a:lnTo>
                <a:lnTo>
                  <a:pt x="842" y="233"/>
                </a:lnTo>
                <a:lnTo>
                  <a:pt x="856" y="252"/>
                </a:lnTo>
                <a:lnTo>
                  <a:pt x="870" y="272"/>
                </a:lnTo>
                <a:lnTo>
                  <a:pt x="884" y="292"/>
                </a:lnTo>
                <a:lnTo>
                  <a:pt x="897" y="313"/>
                </a:lnTo>
                <a:lnTo>
                  <a:pt x="910" y="335"/>
                </a:lnTo>
                <a:lnTo>
                  <a:pt x="923" y="357"/>
                </a:lnTo>
                <a:lnTo>
                  <a:pt x="784" y="357"/>
                </a:lnTo>
                <a:close/>
                <a:moveTo>
                  <a:pt x="790" y="394"/>
                </a:moveTo>
                <a:lnTo>
                  <a:pt x="790" y="394"/>
                </a:lnTo>
                <a:lnTo>
                  <a:pt x="797" y="443"/>
                </a:lnTo>
                <a:lnTo>
                  <a:pt x="801" y="491"/>
                </a:lnTo>
                <a:lnTo>
                  <a:pt x="805" y="539"/>
                </a:lnTo>
                <a:lnTo>
                  <a:pt x="807" y="587"/>
                </a:lnTo>
                <a:lnTo>
                  <a:pt x="982" y="587"/>
                </a:lnTo>
                <a:lnTo>
                  <a:pt x="982" y="587"/>
                </a:lnTo>
                <a:lnTo>
                  <a:pt x="981" y="561"/>
                </a:lnTo>
                <a:lnTo>
                  <a:pt x="978" y="536"/>
                </a:lnTo>
                <a:lnTo>
                  <a:pt x="974" y="512"/>
                </a:lnTo>
                <a:lnTo>
                  <a:pt x="969" y="489"/>
                </a:lnTo>
                <a:lnTo>
                  <a:pt x="963" y="466"/>
                </a:lnTo>
                <a:lnTo>
                  <a:pt x="956" y="443"/>
                </a:lnTo>
                <a:lnTo>
                  <a:pt x="940" y="394"/>
                </a:lnTo>
                <a:lnTo>
                  <a:pt x="790" y="394"/>
                </a:lnTo>
                <a:close/>
                <a:moveTo>
                  <a:pt x="807" y="625"/>
                </a:moveTo>
                <a:lnTo>
                  <a:pt x="807" y="625"/>
                </a:lnTo>
                <a:lnTo>
                  <a:pt x="806" y="648"/>
                </a:lnTo>
                <a:lnTo>
                  <a:pt x="804" y="670"/>
                </a:lnTo>
                <a:lnTo>
                  <a:pt x="801" y="693"/>
                </a:lnTo>
                <a:lnTo>
                  <a:pt x="798" y="715"/>
                </a:lnTo>
                <a:lnTo>
                  <a:pt x="791" y="759"/>
                </a:lnTo>
                <a:lnTo>
                  <a:pt x="784" y="804"/>
                </a:lnTo>
                <a:lnTo>
                  <a:pt x="930" y="804"/>
                </a:lnTo>
                <a:lnTo>
                  <a:pt x="930" y="804"/>
                </a:lnTo>
                <a:lnTo>
                  <a:pt x="939" y="781"/>
                </a:lnTo>
                <a:lnTo>
                  <a:pt x="948" y="759"/>
                </a:lnTo>
                <a:lnTo>
                  <a:pt x="955" y="737"/>
                </a:lnTo>
                <a:lnTo>
                  <a:pt x="961" y="716"/>
                </a:lnTo>
                <a:lnTo>
                  <a:pt x="967" y="695"/>
                </a:lnTo>
                <a:lnTo>
                  <a:pt x="972" y="672"/>
                </a:lnTo>
                <a:lnTo>
                  <a:pt x="980" y="625"/>
                </a:lnTo>
                <a:lnTo>
                  <a:pt x="807" y="625"/>
                </a:lnTo>
                <a:close/>
                <a:moveTo>
                  <a:pt x="774" y="841"/>
                </a:moveTo>
                <a:lnTo>
                  <a:pt x="774" y="841"/>
                </a:lnTo>
                <a:lnTo>
                  <a:pt x="763" y="881"/>
                </a:lnTo>
                <a:lnTo>
                  <a:pt x="751" y="921"/>
                </a:lnTo>
                <a:lnTo>
                  <a:pt x="738" y="960"/>
                </a:lnTo>
                <a:lnTo>
                  <a:pt x="723" y="998"/>
                </a:lnTo>
                <a:lnTo>
                  <a:pt x="708" y="1035"/>
                </a:lnTo>
                <a:lnTo>
                  <a:pt x="691" y="1073"/>
                </a:lnTo>
                <a:lnTo>
                  <a:pt x="674" y="1110"/>
                </a:lnTo>
                <a:lnTo>
                  <a:pt x="656" y="1147"/>
                </a:lnTo>
                <a:lnTo>
                  <a:pt x="656" y="1147"/>
                </a:lnTo>
                <a:lnTo>
                  <a:pt x="693" y="1114"/>
                </a:lnTo>
                <a:lnTo>
                  <a:pt x="729" y="1079"/>
                </a:lnTo>
                <a:lnTo>
                  <a:pt x="764" y="1043"/>
                </a:lnTo>
                <a:lnTo>
                  <a:pt x="796" y="1006"/>
                </a:lnTo>
                <a:lnTo>
                  <a:pt x="827" y="967"/>
                </a:lnTo>
                <a:lnTo>
                  <a:pt x="857" y="926"/>
                </a:lnTo>
                <a:lnTo>
                  <a:pt x="884" y="884"/>
                </a:lnTo>
                <a:lnTo>
                  <a:pt x="910" y="841"/>
                </a:lnTo>
                <a:lnTo>
                  <a:pt x="774" y="841"/>
                </a:lnTo>
                <a:close/>
                <a:moveTo>
                  <a:pt x="436" y="841"/>
                </a:moveTo>
                <a:lnTo>
                  <a:pt x="436" y="841"/>
                </a:lnTo>
                <a:lnTo>
                  <a:pt x="446" y="880"/>
                </a:lnTo>
                <a:lnTo>
                  <a:pt x="457" y="920"/>
                </a:lnTo>
                <a:lnTo>
                  <a:pt x="470" y="959"/>
                </a:lnTo>
                <a:lnTo>
                  <a:pt x="484" y="998"/>
                </a:lnTo>
                <a:lnTo>
                  <a:pt x="500" y="1037"/>
                </a:lnTo>
                <a:lnTo>
                  <a:pt x="517" y="1075"/>
                </a:lnTo>
                <a:lnTo>
                  <a:pt x="535" y="1112"/>
                </a:lnTo>
                <a:lnTo>
                  <a:pt x="554" y="1147"/>
                </a:lnTo>
                <a:lnTo>
                  <a:pt x="554" y="1147"/>
                </a:lnTo>
                <a:lnTo>
                  <a:pt x="536" y="1132"/>
                </a:lnTo>
                <a:lnTo>
                  <a:pt x="518" y="1117"/>
                </a:lnTo>
                <a:lnTo>
                  <a:pt x="500" y="1100"/>
                </a:lnTo>
                <a:lnTo>
                  <a:pt x="482" y="1083"/>
                </a:lnTo>
                <a:lnTo>
                  <a:pt x="464" y="1064"/>
                </a:lnTo>
                <a:lnTo>
                  <a:pt x="447" y="1045"/>
                </a:lnTo>
                <a:lnTo>
                  <a:pt x="413" y="1006"/>
                </a:lnTo>
                <a:lnTo>
                  <a:pt x="381" y="965"/>
                </a:lnTo>
                <a:lnTo>
                  <a:pt x="351" y="924"/>
                </a:lnTo>
                <a:lnTo>
                  <a:pt x="337" y="902"/>
                </a:lnTo>
                <a:lnTo>
                  <a:pt x="324" y="882"/>
                </a:lnTo>
                <a:lnTo>
                  <a:pt x="312" y="861"/>
                </a:lnTo>
                <a:lnTo>
                  <a:pt x="300" y="841"/>
                </a:lnTo>
                <a:lnTo>
                  <a:pt x="436" y="841"/>
                </a:lnTo>
                <a:close/>
              </a:path>
            </a:pathLst>
          </a:cu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350"/>
          </a:p>
        </p:txBody>
      </p:sp>
      <p:sp>
        <p:nvSpPr>
          <p:cNvPr id="29" name="Freeform 33"/>
          <p:cNvSpPr>
            <a:spLocks noEditPoints="1"/>
          </p:cNvSpPr>
          <p:nvPr userDrawn="1"/>
        </p:nvSpPr>
        <p:spPr bwMode="auto">
          <a:xfrm>
            <a:off x="10596356" y="5011607"/>
            <a:ext cx="1083288" cy="810449"/>
          </a:xfrm>
          <a:custGeom>
            <a:avLst/>
            <a:gdLst>
              <a:gd name="T0" fmla="*/ 415 w 1209"/>
              <a:gd name="T1" fmla="*/ 1063 h 1206"/>
              <a:gd name="T2" fmla="*/ 260 w 1209"/>
              <a:gd name="T3" fmla="*/ 841 h 1206"/>
              <a:gd name="T4" fmla="*/ 122 w 1209"/>
              <a:gd name="T5" fmla="*/ 968 h 1206"/>
              <a:gd name="T6" fmla="*/ 256 w 1209"/>
              <a:gd name="T7" fmla="*/ 1098 h 1206"/>
              <a:gd name="T8" fmla="*/ 424 w 1209"/>
              <a:gd name="T9" fmla="*/ 1181 h 1206"/>
              <a:gd name="T10" fmla="*/ 242 w 1209"/>
              <a:gd name="T11" fmla="*/ 804 h 1206"/>
              <a:gd name="T12" fmla="*/ 0 w 1209"/>
              <a:gd name="T13" fmla="*/ 625 h 1206"/>
              <a:gd name="T14" fmla="*/ 27 w 1209"/>
              <a:gd name="T15" fmla="*/ 787 h 1206"/>
              <a:gd name="T16" fmla="*/ 207 w 1209"/>
              <a:gd name="T17" fmla="*/ 464 h 1206"/>
              <a:gd name="T18" fmla="*/ 9 w 1209"/>
              <a:gd name="T19" fmla="*/ 489 h 1206"/>
              <a:gd name="T20" fmla="*/ 449 w 1209"/>
              <a:gd name="T21" fmla="*/ 433 h 1206"/>
              <a:gd name="T22" fmla="*/ 440 w 1209"/>
              <a:gd name="T23" fmla="*/ 640 h 1206"/>
              <a:gd name="T24" fmla="*/ 587 w 1209"/>
              <a:gd name="T25" fmla="*/ 804 h 1206"/>
              <a:gd name="T26" fmla="*/ 536 w 1209"/>
              <a:gd name="T27" fmla="*/ 1030 h 1206"/>
              <a:gd name="T28" fmla="*/ 61 w 1209"/>
              <a:gd name="T29" fmla="*/ 338 h 1206"/>
              <a:gd name="T30" fmla="*/ 166 w 1209"/>
              <a:gd name="T31" fmla="*/ 186 h 1206"/>
              <a:gd name="T32" fmla="*/ 312 w 1209"/>
              <a:gd name="T33" fmla="*/ 74 h 1206"/>
              <a:gd name="T34" fmla="*/ 485 w 1209"/>
              <a:gd name="T35" fmla="*/ 11 h 1206"/>
              <a:gd name="T36" fmla="*/ 449 w 1209"/>
              <a:gd name="T37" fmla="*/ 94 h 1206"/>
              <a:gd name="T38" fmla="*/ 273 w 1209"/>
              <a:gd name="T39" fmla="*/ 303 h 1206"/>
              <a:gd name="T40" fmla="*/ 545 w 1209"/>
              <a:gd name="T41" fmla="*/ 129 h 1206"/>
              <a:gd name="T42" fmla="*/ 427 w 1209"/>
              <a:gd name="T43" fmla="*/ 357 h 1206"/>
              <a:gd name="T44" fmla="*/ 521 w 1209"/>
              <a:gd name="T45" fmla="*/ 94 h 1206"/>
              <a:gd name="T46" fmla="*/ 432 w 1209"/>
              <a:gd name="T47" fmla="*/ 159 h 1206"/>
              <a:gd name="T48" fmla="*/ 299 w 1209"/>
              <a:gd name="T49" fmla="*/ 336 h 1206"/>
              <a:gd name="T50" fmla="*/ 404 w 1209"/>
              <a:gd name="T51" fmla="*/ 515 h 1206"/>
              <a:gd name="T52" fmla="*/ 236 w 1209"/>
              <a:gd name="T53" fmla="*/ 504 h 1206"/>
              <a:gd name="T54" fmla="*/ 403 w 1209"/>
              <a:gd name="T55" fmla="*/ 646 h 1206"/>
              <a:gd name="T56" fmla="*/ 271 w 1209"/>
              <a:gd name="T57" fmla="*/ 783 h 1206"/>
              <a:gd name="T58" fmla="*/ 643 w 1209"/>
              <a:gd name="T59" fmla="*/ 1206 h 1206"/>
              <a:gd name="T60" fmla="*/ 815 w 1209"/>
              <a:gd name="T61" fmla="*/ 1039 h 1206"/>
              <a:gd name="T62" fmla="*/ 1160 w 1209"/>
              <a:gd name="T63" fmla="*/ 841 h 1206"/>
              <a:gd name="T64" fmla="*/ 1073 w 1209"/>
              <a:gd name="T65" fmla="*/ 984 h 1206"/>
              <a:gd name="T66" fmla="*/ 936 w 1209"/>
              <a:gd name="T67" fmla="*/ 1108 h 1206"/>
              <a:gd name="T68" fmla="*/ 767 w 1209"/>
              <a:gd name="T69" fmla="*/ 1185 h 1206"/>
              <a:gd name="T70" fmla="*/ 968 w 1209"/>
              <a:gd name="T71" fmla="*/ 804 h 1206"/>
              <a:gd name="T72" fmla="*/ 1208 w 1209"/>
              <a:gd name="T73" fmla="*/ 648 h 1206"/>
              <a:gd name="T74" fmla="*/ 1018 w 1209"/>
              <a:gd name="T75" fmla="*/ 587 h 1206"/>
              <a:gd name="T76" fmla="*/ 981 w 1209"/>
              <a:gd name="T77" fmla="*/ 394 h 1206"/>
              <a:gd name="T78" fmla="*/ 1209 w 1209"/>
              <a:gd name="T79" fmla="*/ 587 h 1206"/>
              <a:gd name="T80" fmla="*/ 865 w 1209"/>
              <a:gd name="T81" fmla="*/ 203 h 1206"/>
              <a:gd name="T82" fmla="*/ 645 w 1209"/>
              <a:gd name="T83" fmla="*/ 0 h 1206"/>
              <a:gd name="T84" fmla="*/ 823 w 1209"/>
              <a:gd name="T85" fmla="*/ 42 h 1206"/>
              <a:gd name="T86" fmla="*/ 982 w 1209"/>
              <a:gd name="T87" fmla="*/ 133 h 1206"/>
              <a:gd name="T88" fmla="*/ 1107 w 1209"/>
              <a:gd name="T89" fmla="*/ 267 h 1206"/>
              <a:gd name="T90" fmla="*/ 647 w 1209"/>
              <a:gd name="T91" fmla="*/ 96 h 1206"/>
              <a:gd name="T92" fmla="*/ 624 w 1209"/>
              <a:gd name="T93" fmla="*/ 58 h 1206"/>
              <a:gd name="T94" fmla="*/ 769 w 1209"/>
              <a:gd name="T95" fmla="*/ 566 h 1206"/>
              <a:gd name="T96" fmla="*/ 765 w 1209"/>
              <a:gd name="T97" fmla="*/ 693 h 1206"/>
              <a:gd name="T98" fmla="*/ 712 w 1209"/>
              <a:gd name="T99" fmla="*/ 918 h 1206"/>
              <a:gd name="T100" fmla="*/ 784 w 1209"/>
              <a:gd name="T101" fmla="*/ 357 h 1206"/>
              <a:gd name="T102" fmla="*/ 700 w 1209"/>
              <a:gd name="T103" fmla="*/ 114 h 1206"/>
              <a:gd name="T104" fmla="*/ 762 w 1209"/>
              <a:gd name="T105" fmla="*/ 144 h 1206"/>
              <a:gd name="T106" fmla="*/ 897 w 1209"/>
              <a:gd name="T107" fmla="*/ 313 h 1206"/>
              <a:gd name="T108" fmla="*/ 807 w 1209"/>
              <a:gd name="T109" fmla="*/ 587 h 1206"/>
              <a:gd name="T110" fmla="*/ 940 w 1209"/>
              <a:gd name="T111" fmla="*/ 394 h 1206"/>
              <a:gd name="T112" fmla="*/ 784 w 1209"/>
              <a:gd name="T113" fmla="*/ 804 h 1206"/>
              <a:gd name="T114" fmla="*/ 980 w 1209"/>
              <a:gd name="T115" fmla="*/ 625 h 1206"/>
              <a:gd name="T116" fmla="*/ 691 w 1209"/>
              <a:gd name="T117" fmla="*/ 1073 h 1206"/>
              <a:gd name="T118" fmla="*/ 857 w 1209"/>
              <a:gd name="T119" fmla="*/ 926 h 1206"/>
              <a:gd name="T120" fmla="*/ 484 w 1209"/>
              <a:gd name="T121" fmla="*/ 998 h 1206"/>
              <a:gd name="T122" fmla="*/ 482 w 1209"/>
              <a:gd name="T123" fmla="*/ 1083 h 1206"/>
              <a:gd name="T124" fmla="*/ 300 w 1209"/>
              <a:gd name="T125" fmla="*/ 841 h 1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209" h="1206">
                <a:moveTo>
                  <a:pt x="567" y="1206"/>
                </a:moveTo>
                <a:lnTo>
                  <a:pt x="567" y="1206"/>
                </a:lnTo>
                <a:lnTo>
                  <a:pt x="546" y="1189"/>
                </a:lnTo>
                <a:lnTo>
                  <a:pt x="524" y="1171"/>
                </a:lnTo>
                <a:lnTo>
                  <a:pt x="502" y="1151"/>
                </a:lnTo>
                <a:lnTo>
                  <a:pt x="480" y="1130"/>
                </a:lnTo>
                <a:lnTo>
                  <a:pt x="458" y="1109"/>
                </a:lnTo>
                <a:lnTo>
                  <a:pt x="436" y="1086"/>
                </a:lnTo>
                <a:lnTo>
                  <a:pt x="415" y="1063"/>
                </a:lnTo>
                <a:lnTo>
                  <a:pt x="395" y="1040"/>
                </a:lnTo>
                <a:lnTo>
                  <a:pt x="375" y="1016"/>
                </a:lnTo>
                <a:lnTo>
                  <a:pt x="356" y="991"/>
                </a:lnTo>
                <a:lnTo>
                  <a:pt x="337" y="966"/>
                </a:lnTo>
                <a:lnTo>
                  <a:pt x="320" y="941"/>
                </a:lnTo>
                <a:lnTo>
                  <a:pt x="303" y="916"/>
                </a:lnTo>
                <a:lnTo>
                  <a:pt x="287" y="890"/>
                </a:lnTo>
                <a:lnTo>
                  <a:pt x="273" y="866"/>
                </a:lnTo>
                <a:lnTo>
                  <a:pt x="260" y="841"/>
                </a:lnTo>
                <a:lnTo>
                  <a:pt x="49" y="841"/>
                </a:lnTo>
                <a:lnTo>
                  <a:pt x="49" y="841"/>
                </a:lnTo>
                <a:lnTo>
                  <a:pt x="57" y="860"/>
                </a:lnTo>
                <a:lnTo>
                  <a:pt x="66" y="879"/>
                </a:lnTo>
                <a:lnTo>
                  <a:pt x="76" y="897"/>
                </a:lnTo>
                <a:lnTo>
                  <a:pt x="87" y="916"/>
                </a:lnTo>
                <a:lnTo>
                  <a:pt x="98" y="934"/>
                </a:lnTo>
                <a:lnTo>
                  <a:pt x="110" y="951"/>
                </a:lnTo>
                <a:lnTo>
                  <a:pt x="122" y="968"/>
                </a:lnTo>
                <a:lnTo>
                  <a:pt x="135" y="984"/>
                </a:lnTo>
                <a:lnTo>
                  <a:pt x="148" y="1000"/>
                </a:lnTo>
                <a:lnTo>
                  <a:pt x="162" y="1016"/>
                </a:lnTo>
                <a:lnTo>
                  <a:pt x="177" y="1031"/>
                </a:lnTo>
                <a:lnTo>
                  <a:pt x="192" y="1045"/>
                </a:lnTo>
                <a:lnTo>
                  <a:pt x="207" y="1059"/>
                </a:lnTo>
                <a:lnTo>
                  <a:pt x="223" y="1073"/>
                </a:lnTo>
                <a:lnTo>
                  <a:pt x="239" y="1086"/>
                </a:lnTo>
                <a:lnTo>
                  <a:pt x="256" y="1098"/>
                </a:lnTo>
                <a:lnTo>
                  <a:pt x="273" y="1110"/>
                </a:lnTo>
                <a:lnTo>
                  <a:pt x="291" y="1121"/>
                </a:lnTo>
                <a:lnTo>
                  <a:pt x="310" y="1131"/>
                </a:lnTo>
                <a:lnTo>
                  <a:pt x="328" y="1141"/>
                </a:lnTo>
                <a:lnTo>
                  <a:pt x="346" y="1151"/>
                </a:lnTo>
                <a:lnTo>
                  <a:pt x="365" y="1159"/>
                </a:lnTo>
                <a:lnTo>
                  <a:pt x="385" y="1167"/>
                </a:lnTo>
                <a:lnTo>
                  <a:pt x="404" y="1175"/>
                </a:lnTo>
                <a:lnTo>
                  <a:pt x="424" y="1181"/>
                </a:lnTo>
                <a:lnTo>
                  <a:pt x="444" y="1187"/>
                </a:lnTo>
                <a:lnTo>
                  <a:pt x="464" y="1192"/>
                </a:lnTo>
                <a:lnTo>
                  <a:pt x="484" y="1197"/>
                </a:lnTo>
                <a:lnTo>
                  <a:pt x="505" y="1200"/>
                </a:lnTo>
                <a:lnTo>
                  <a:pt x="526" y="1203"/>
                </a:lnTo>
                <a:lnTo>
                  <a:pt x="546" y="1205"/>
                </a:lnTo>
                <a:lnTo>
                  <a:pt x="567" y="1206"/>
                </a:lnTo>
                <a:close/>
                <a:moveTo>
                  <a:pt x="242" y="804"/>
                </a:moveTo>
                <a:lnTo>
                  <a:pt x="242" y="804"/>
                </a:lnTo>
                <a:lnTo>
                  <a:pt x="233" y="782"/>
                </a:lnTo>
                <a:lnTo>
                  <a:pt x="225" y="760"/>
                </a:lnTo>
                <a:lnTo>
                  <a:pt x="218" y="739"/>
                </a:lnTo>
                <a:lnTo>
                  <a:pt x="211" y="717"/>
                </a:lnTo>
                <a:lnTo>
                  <a:pt x="206" y="694"/>
                </a:lnTo>
                <a:lnTo>
                  <a:pt x="202" y="672"/>
                </a:lnTo>
                <a:lnTo>
                  <a:pt x="198" y="649"/>
                </a:lnTo>
                <a:lnTo>
                  <a:pt x="195" y="625"/>
                </a:lnTo>
                <a:lnTo>
                  <a:pt x="0" y="625"/>
                </a:lnTo>
                <a:lnTo>
                  <a:pt x="0" y="641"/>
                </a:lnTo>
                <a:lnTo>
                  <a:pt x="0" y="641"/>
                </a:lnTo>
                <a:lnTo>
                  <a:pt x="1" y="660"/>
                </a:lnTo>
                <a:lnTo>
                  <a:pt x="3" y="680"/>
                </a:lnTo>
                <a:lnTo>
                  <a:pt x="6" y="702"/>
                </a:lnTo>
                <a:lnTo>
                  <a:pt x="10" y="724"/>
                </a:lnTo>
                <a:lnTo>
                  <a:pt x="15" y="746"/>
                </a:lnTo>
                <a:lnTo>
                  <a:pt x="21" y="767"/>
                </a:lnTo>
                <a:lnTo>
                  <a:pt x="27" y="787"/>
                </a:lnTo>
                <a:lnTo>
                  <a:pt x="34" y="804"/>
                </a:lnTo>
                <a:lnTo>
                  <a:pt x="242" y="804"/>
                </a:lnTo>
                <a:close/>
                <a:moveTo>
                  <a:pt x="193" y="587"/>
                </a:moveTo>
                <a:lnTo>
                  <a:pt x="193" y="587"/>
                </a:lnTo>
                <a:lnTo>
                  <a:pt x="193" y="564"/>
                </a:lnTo>
                <a:lnTo>
                  <a:pt x="195" y="540"/>
                </a:lnTo>
                <a:lnTo>
                  <a:pt x="197" y="514"/>
                </a:lnTo>
                <a:lnTo>
                  <a:pt x="201" y="489"/>
                </a:lnTo>
                <a:lnTo>
                  <a:pt x="207" y="464"/>
                </a:lnTo>
                <a:lnTo>
                  <a:pt x="213" y="439"/>
                </a:lnTo>
                <a:lnTo>
                  <a:pt x="221" y="416"/>
                </a:lnTo>
                <a:lnTo>
                  <a:pt x="229" y="394"/>
                </a:lnTo>
                <a:lnTo>
                  <a:pt x="36" y="394"/>
                </a:lnTo>
                <a:lnTo>
                  <a:pt x="36" y="394"/>
                </a:lnTo>
                <a:lnTo>
                  <a:pt x="29" y="417"/>
                </a:lnTo>
                <a:lnTo>
                  <a:pt x="22" y="441"/>
                </a:lnTo>
                <a:lnTo>
                  <a:pt x="15" y="465"/>
                </a:lnTo>
                <a:lnTo>
                  <a:pt x="9" y="489"/>
                </a:lnTo>
                <a:lnTo>
                  <a:pt x="5" y="514"/>
                </a:lnTo>
                <a:lnTo>
                  <a:pt x="2" y="539"/>
                </a:lnTo>
                <a:lnTo>
                  <a:pt x="0" y="563"/>
                </a:lnTo>
                <a:lnTo>
                  <a:pt x="0" y="587"/>
                </a:lnTo>
                <a:lnTo>
                  <a:pt x="193" y="587"/>
                </a:lnTo>
                <a:close/>
                <a:moveTo>
                  <a:pt x="456" y="394"/>
                </a:moveTo>
                <a:lnTo>
                  <a:pt x="456" y="394"/>
                </a:lnTo>
                <a:lnTo>
                  <a:pt x="452" y="413"/>
                </a:lnTo>
                <a:lnTo>
                  <a:pt x="449" y="433"/>
                </a:lnTo>
                <a:lnTo>
                  <a:pt x="444" y="473"/>
                </a:lnTo>
                <a:lnTo>
                  <a:pt x="441" y="514"/>
                </a:lnTo>
                <a:lnTo>
                  <a:pt x="440" y="553"/>
                </a:lnTo>
                <a:lnTo>
                  <a:pt x="440" y="587"/>
                </a:lnTo>
                <a:lnTo>
                  <a:pt x="587" y="587"/>
                </a:lnTo>
                <a:lnTo>
                  <a:pt x="587" y="394"/>
                </a:lnTo>
                <a:lnTo>
                  <a:pt x="456" y="394"/>
                </a:lnTo>
                <a:close/>
                <a:moveTo>
                  <a:pt x="440" y="625"/>
                </a:moveTo>
                <a:lnTo>
                  <a:pt x="440" y="640"/>
                </a:lnTo>
                <a:lnTo>
                  <a:pt x="440" y="640"/>
                </a:lnTo>
                <a:lnTo>
                  <a:pt x="441" y="658"/>
                </a:lnTo>
                <a:lnTo>
                  <a:pt x="442" y="678"/>
                </a:lnTo>
                <a:lnTo>
                  <a:pt x="445" y="700"/>
                </a:lnTo>
                <a:lnTo>
                  <a:pt x="448" y="723"/>
                </a:lnTo>
                <a:lnTo>
                  <a:pt x="456" y="767"/>
                </a:lnTo>
                <a:lnTo>
                  <a:pt x="461" y="787"/>
                </a:lnTo>
                <a:lnTo>
                  <a:pt x="466" y="804"/>
                </a:lnTo>
                <a:lnTo>
                  <a:pt x="587" y="804"/>
                </a:lnTo>
                <a:lnTo>
                  <a:pt x="587" y="625"/>
                </a:lnTo>
                <a:lnTo>
                  <a:pt x="440" y="625"/>
                </a:lnTo>
                <a:close/>
                <a:moveTo>
                  <a:pt x="475" y="841"/>
                </a:moveTo>
                <a:lnTo>
                  <a:pt x="475" y="841"/>
                </a:lnTo>
                <a:lnTo>
                  <a:pt x="485" y="879"/>
                </a:lnTo>
                <a:lnTo>
                  <a:pt x="496" y="918"/>
                </a:lnTo>
                <a:lnTo>
                  <a:pt x="508" y="955"/>
                </a:lnTo>
                <a:lnTo>
                  <a:pt x="522" y="993"/>
                </a:lnTo>
                <a:lnTo>
                  <a:pt x="536" y="1030"/>
                </a:lnTo>
                <a:lnTo>
                  <a:pt x="551" y="1066"/>
                </a:lnTo>
                <a:lnTo>
                  <a:pt x="568" y="1102"/>
                </a:lnTo>
                <a:lnTo>
                  <a:pt x="587" y="1136"/>
                </a:lnTo>
                <a:lnTo>
                  <a:pt x="587" y="841"/>
                </a:lnTo>
                <a:lnTo>
                  <a:pt x="475" y="841"/>
                </a:lnTo>
                <a:close/>
                <a:moveTo>
                  <a:pt x="245" y="357"/>
                </a:moveTo>
                <a:lnTo>
                  <a:pt x="52" y="357"/>
                </a:lnTo>
                <a:lnTo>
                  <a:pt x="52" y="357"/>
                </a:lnTo>
                <a:lnTo>
                  <a:pt x="61" y="338"/>
                </a:lnTo>
                <a:lnTo>
                  <a:pt x="70" y="319"/>
                </a:lnTo>
                <a:lnTo>
                  <a:pt x="80" y="300"/>
                </a:lnTo>
                <a:lnTo>
                  <a:pt x="91" y="283"/>
                </a:lnTo>
                <a:lnTo>
                  <a:pt x="102" y="265"/>
                </a:lnTo>
                <a:lnTo>
                  <a:pt x="114" y="249"/>
                </a:lnTo>
                <a:lnTo>
                  <a:pt x="126" y="232"/>
                </a:lnTo>
                <a:lnTo>
                  <a:pt x="139" y="216"/>
                </a:lnTo>
                <a:lnTo>
                  <a:pt x="152" y="201"/>
                </a:lnTo>
                <a:lnTo>
                  <a:pt x="166" y="186"/>
                </a:lnTo>
                <a:lnTo>
                  <a:pt x="181" y="171"/>
                </a:lnTo>
                <a:lnTo>
                  <a:pt x="196" y="157"/>
                </a:lnTo>
                <a:lnTo>
                  <a:pt x="211" y="144"/>
                </a:lnTo>
                <a:lnTo>
                  <a:pt x="227" y="131"/>
                </a:lnTo>
                <a:lnTo>
                  <a:pt x="243" y="118"/>
                </a:lnTo>
                <a:lnTo>
                  <a:pt x="259" y="107"/>
                </a:lnTo>
                <a:lnTo>
                  <a:pt x="276" y="95"/>
                </a:lnTo>
                <a:lnTo>
                  <a:pt x="294" y="84"/>
                </a:lnTo>
                <a:lnTo>
                  <a:pt x="312" y="74"/>
                </a:lnTo>
                <a:lnTo>
                  <a:pt x="330" y="65"/>
                </a:lnTo>
                <a:lnTo>
                  <a:pt x="349" y="56"/>
                </a:lnTo>
                <a:lnTo>
                  <a:pt x="367" y="47"/>
                </a:lnTo>
                <a:lnTo>
                  <a:pt x="386" y="39"/>
                </a:lnTo>
                <a:lnTo>
                  <a:pt x="406" y="32"/>
                </a:lnTo>
                <a:lnTo>
                  <a:pt x="425" y="26"/>
                </a:lnTo>
                <a:lnTo>
                  <a:pt x="445" y="20"/>
                </a:lnTo>
                <a:lnTo>
                  <a:pt x="465" y="15"/>
                </a:lnTo>
                <a:lnTo>
                  <a:pt x="485" y="11"/>
                </a:lnTo>
                <a:lnTo>
                  <a:pt x="505" y="7"/>
                </a:lnTo>
                <a:lnTo>
                  <a:pt x="525" y="4"/>
                </a:lnTo>
                <a:lnTo>
                  <a:pt x="546" y="1"/>
                </a:lnTo>
                <a:lnTo>
                  <a:pt x="567" y="0"/>
                </a:lnTo>
                <a:lnTo>
                  <a:pt x="567" y="0"/>
                </a:lnTo>
                <a:lnTo>
                  <a:pt x="519" y="36"/>
                </a:lnTo>
                <a:lnTo>
                  <a:pt x="495" y="55"/>
                </a:lnTo>
                <a:lnTo>
                  <a:pt x="472" y="74"/>
                </a:lnTo>
                <a:lnTo>
                  <a:pt x="449" y="94"/>
                </a:lnTo>
                <a:lnTo>
                  <a:pt x="427" y="115"/>
                </a:lnTo>
                <a:lnTo>
                  <a:pt x="405" y="136"/>
                </a:lnTo>
                <a:lnTo>
                  <a:pt x="384" y="158"/>
                </a:lnTo>
                <a:lnTo>
                  <a:pt x="363" y="180"/>
                </a:lnTo>
                <a:lnTo>
                  <a:pt x="343" y="203"/>
                </a:lnTo>
                <a:lnTo>
                  <a:pt x="325" y="227"/>
                </a:lnTo>
                <a:lnTo>
                  <a:pt x="307" y="251"/>
                </a:lnTo>
                <a:lnTo>
                  <a:pt x="289" y="276"/>
                </a:lnTo>
                <a:lnTo>
                  <a:pt x="273" y="303"/>
                </a:lnTo>
                <a:lnTo>
                  <a:pt x="259" y="329"/>
                </a:lnTo>
                <a:lnTo>
                  <a:pt x="245" y="357"/>
                </a:lnTo>
                <a:lnTo>
                  <a:pt x="245" y="357"/>
                </a:lnTo>
                <a:close/>
                <a:moveTo>
                  <a:pt x="464" y="357"/>
                </a:moveTo>
                <a:lnTo>
                  <a:pt x="587" y="357"/>
                </a:lnTo>
                <a:lnTo>
                  <a:pt x="587" y="60"/>
                </a:lnTo>
                <a:lnTo>
                  <a:pt x="587" y="60"/>
                </a:lnTo>
                <a:lnTo>
                  <a:pt x="565" y="94"/>
                </a:lnTo>
                <a:lnTo>
                  <a:pt x="545" y="129"/>
                </a:lnTo>
                <a:lnTo>
                  <a:pt x="527" y="165"/>
                </a:lnTo>
                <a:lnTo>
                  <a:pt x="510" y="201"/>
                </a:lnTo>
                <a:lnTo>
                  <a:pt x="496" y="239"/>
                </a:lnTo>
                <a:lnTo>
                  <a:pt x="484" y="277"/>
                </a:lnTo>
                <a:lnTo>
                  <a:pt x="473" y="317"/>
                </a:lnTo>
                <a:lnTo>
                  <a:pt x="464" y="357"/>
                </a:lnTo>
                <a:lnTo>
                  <a:pt x="464" y="357"/>
                </a:lnTo>
                <a:close/>
                <a:moveTo>
                  <a:pt x="427" y="357"/>
                </a:moveTo>
                <a:lnTo>
                  <a:pt x="427" y="357"/>
                </a:lnTo>
                <a:lnTo>
                  <a:pt x="434" y="322"/>
                </a:lnTo>
                <a:lnTo>
                  <a:pt x="443" y="283"/>
                </a:lnTo>
                <a:lnTo>
                  <a:pt x="455" y="244"/>
                </a:lnTo>
                <a:lnTo>
                  <a:pt x="469" y="204"/>
                </a:lnTo>
                <a:lnTo>
                  <a:pt x="485" y="165"/>
                </a:lnTo>
                <a:lnTo>
                  <a:pt x="493" y="146"/>
                </a:lnTo>
                <a:lnTo>
                  <a:pt x="502" y="127"/>
                </a:lnTo>
                <a:lnTo>
                  <a:pt x="511" y="110"/>
                </a:lnTo>
                <a:lnTo>
                  <a:pt x="521" y="94"/>
                </a:lnTo>
                <a:lnTo>
                  <a:pt x="531" y="78"/>
                </a:lnTo>
                <a:lnTo>
                  <a:pt x="541" y="65"/>
                </a:lnTo>
                <a:lnTo>
                  <a:pt x="541" y="65"/>
                </a:lnTo>
                <a:lnTo>
                  <a:pt x="522" y="78"/>
                </a:lnTo>
                <a:lnTo>
                  <a:pt x="504" y="93"/>
                </a:lnTo>
                <a:lnTo>
                  <a:pt x="485" y="108"/>
                </a:lnTo>
                <a:lnTo>
                  <a:pt x="467" y="125"/>
                </a:lnTo>
                <a:lnTo>
                  <a:pt x="449" y="141"/>
                </a:lnTo>
                <a:lnTo>
                  <a:pt x="432" y="159"/>
                </a:lnTo>
                <a:lnTo>
                  <a:pt x="415" y="177"/>
                </a:lnTo>
                <a:lnTo>
                  <a:pt x="398" y="196"/>
                </a:lnTo>
                <a:lnTo>
                  <a:pt x="382" y="215"/>
                </a:lnTo>
                <a:lnTo>
                  <a:pt x="366" y="234"/>
                </a:lnTo>
                <a:lnTo>
                  <a:pt x="352" y="254"/>
                </a:lnTo>
                <a:lnTo>
                  <a:pt x="337" y="274"/>
                </a:lnTo>
                <a:lnTo>
                  <a:pt x="324" y="294"/>
                </a:lnTo>
                <a:lnTo>
                  <a:pt x="311" y="315"/>
                </a:lnTo>
                <a:lnTo>
                  <a:pt x="299" y="336"/>
                </a:lnTo>
                <a:lnTo>
                  <a:pt x="288" y="357"/>
                </a:lnTo>
                <a:lnTo>
                  <a:pt x="427" y="357"/>
                </a:lnTo>
                <a:close/>
                <a:moveTo>
                  <a:pt x="420" y="394"/>
                </a:moveTo>
                <a:lnTo>
                  <a:pt x="420" y="394"/>
                </a:lnTo>
                <a:lnTo>
                  <a:pt x="415" y="417"/>
                </a:lnTo>
                <a:lnTo>
                  <a:pt x="412" y="441"/>
                </a:lnTo>
                <a:lnTo>
                  <a:pt x="408" y="466"/>
                </a:lnTo>
                <a:lnTo>
                  <a:pt x="406" y="490"/>
                </a:lnTo>
                <a:lnTo>
                  <a:pt x="404" y="515"/>
                </a:lnTo>
                <a:lnTo>
                  <a:pt x="403" y="540"/>
                </a:lnTo>
                <a:lnTo>
                  <a:pt x="403" y="564"/>
                </a:lnTo>
                <a:lnTo>
                  <a:pt x="403" y="587"/>
                </a:lnTo>
                <a:lnTo>
                  <a:pt x="229" y="587"/>
                </a:lnTo>
                <a:lnTo>
                  <a:pt x="229" y="571"/>
                </a:lnTo>
                <a:lnTo>
                  <a:pt x="229" y="571"/>
                </a:lnTo>
                <a:lnTo>
                  <a:pt x="229" y="549"/>
                </a:lnTo>
                <a:lnTo>
                  <a:pt x="232" y="527"/>
                </a:lnTo>
                <a:lnTo>
                  <a:pt x="236" y="504"/>
                </a:lnTo>
                <a:lnTo>
                  <a:pt x="242" y="481"/>
                </a:lnTo>
                <a:lnTo>
                  <a:pt x="248" y="458"/>
                </a:lnTo>
                <a:lnTo>
                  <a:pt x="255" y="436"/>
                </a:lnTo>
                <a:lnTo>
                  <a:pt x="262" y="415"/>
                </a:lnTo>
                <a:lnTo>
                  <a:pt x="270" y="394"/>
                </a:lnTo>
                <a:lnTo>
                  <a:pt x="420" y="394"/>
                </a:lnTo>
                <a:close/>
                <a:moveTo>
                  <a:pt x="403" y="625"/>
                </a:moveTo>
                <a:lnTo>
                  <a:pt x="403" y="625"/>
                </a:lnTo>
                <a:lnTo>
                  <a:pt x="403" y="646"/>
                </a:lnTo>
                <a:lnTo>
                  <a:pt x="404" y="669"/>
                </a:lnTo>
                <a:lnTo>
                  <a:pt x="406" y="692"/>
                </a:lnTo>
                <a:lnTo>
                  <a:pt x="409" y="715"/>
                </a:lnTo>
                <a:lnTo>
                  <a:pt x="413" y="738"/>
                </a:lnTo>
                <a:lnTo>
                  <a:pt x="418" y="761"/>
                </a:lnTo>
                <a:lnTo>
                  <a:pt x="427" y="804"/>
                </a:lnTo>
                <a:lnTo>
                  <a:pt x="281" y="804"/>
                </a:lnTo>
                <a:lnTo>
                  <a:pt x="281" y="804"/>
                </a:lnTo>
                <a:lnTo>
                  <a:pt x="271" y="783"/>
                </a:lnTo>
                <a:lnTo>
                  <a:pt x="262" y="762"/>
                </a:lnTo>
                <a:lnTo>
                  <a:pt x="254" y="740"/>
                </a:lnTo>
                <a:lnTo>
                  <a:pt x="247" y="717"/>
                </a:lnTo>
                <a:lnTo>
                  <a:pt x="241" y="694"/>
                </a:lnTo>
                <a:lnTo>
                  <a:pt x="236" y="671"/>
                </a:lnTo>
                <a:lnTo>
                  <a:pt x="233" y="648"/>
                </a:lnTo>
                <a:lnTo>
                  <a:pt x="230" y="625"/>
                </a:lnTo>
                <a:lnTo>
                  <a:pt x="403" y="625"/>
                </a:lnTo>
                <a:close/>
                <a:moveTo>
                  <a:pt x="643" y="1206"/>
                </a:moveTo>
                <a:lnTo>
                  <a:pt x="643" y="1206"/>
                </a:lnTo>
                <a:lnTo>
                  <a:pt x="666" y="1188"/>
                </a:lnTo>
                <a:lnTo>
                  <a:pt x="688" y="1168"/>
                </a:lnTo>
                <a:lnTo>
                  <a:pt x="710" y="1148"/>
                </a:lnTo>
                <a:lnTo>
                  <a:pt x="732" y="1128"/>
                </a:lnTo>
                <a:lnTo>
                  <a:pt x="753" y="1106"/>
                </a:lnTo>
                <a:lnTo>
                  <a:pt x="774" y="1085"/>
                </a:lnTo>
                <a:lnTo>
                  <a:pt x="795" y="1062"/>
                </a:lnTo>
                <a:lnTo>
                  <a:pt x="815" y="1039"/>
                </a:lnTo>
                <a:lnTo>
                  <a:pt x="835" y="1016"/>
                </a:lnTo>
                <a:lnTo>
                  <a:pt x="854" y="992"/>
                </a:lnTo>
                <a:lnTo>
                  <a:pt x="872" y="968"/>
                </a:lnTo>
                <a:lnTo>
                  <a:pt x="889" y="943"/>
                </a:lnTo>
                <a:lnTo>
                  <a:pt x="906" y="919"/>
                </a:lnTo>
                <a:lnTo>
                  <a:pt x="923" y="892"/>
                </a:lnTo>
                <a:lnTo>
                  <a:pt x="937" y="867"/>
                </a:lnTo>
                <a:lnTo>
                  <a:pt x="951" y="841"/>
                </a:lnTo>
                <a:lnTo>
                  <a:pt x="1160" y="841"/>
                </a:lnTo>
                <a:lnTo>
                  <a:pt x="1160" y="841"/>
                </a:lnTo>
                <a:lnTo>
                  <a:pt x="1151" y="860"/>
                </a:lnTo>
                <a:lnTo>
                  <a:pt x="1142" y="879"/>
                </a:lnTo>
                <a:lnTo>
                  <a:pt x="1132" y="898"/>
                </a:lnTo>
                <a:lnTo>
                  <a:pt x="1121" y="917"/>
                </a:lnTo>
                <a:lnTo>
                  <a:pt x="1110" y="934"/>
                </a:lnTo>
                <a:lnTo>
                  <a:pt x="1098" y="951"/>
                </a:lnTo>
                <a:lnTo>
                  <a:pt x="1086" y="968"/>
                </a:lnTo>
                <a:lnTo>
                  <a:pt x="1073" y="984"/>
                </a:lnTo>
                <a:lnTo>
                  <a:pt x="1060" y="1000"/>
                </a:lnTo>
                <a:lnTo>
                  <a:pt x="1046" y="1015"/>
                </a:lnTo>
                <a:lnTo>
                  <a:pt x="1032" y="1030"/>
                </a:lnTo>
                <a:lnTo>
                  <a:pt x="1017" y="1044"/>
                </a:lnTo>
                <a:lnTo>
                  <a:pt x="1001" y="1058"/>
                </a:lnTo>
                <a:lnTo>
                  <a:pt x="986" y="1072"/>
                </a:lnTo>
                <a:lnTo>
                  <a:pt x="970" y="1084"/>
                </a:lnTo>
                <a:lnTo>
                  <a:pt x="953" y="1096"/>
                </a:lnTo>
                <a:lnTo>
                  <a:pt x="936" y="1108"/>
                </a:lnTo>
                <a:lnTo>
                  <a:pt x="919" y="1119"/>
                </a:lnTo>
                <a:lnTo>
                  <a:pt x="900" y="1130"/>
                </a:lnTo>
                <a:lnTo>
                  <a:pt x="882" y="1139"/>
                </a:lnTo>
                <a:lnTo>
                  <a:pt x="864" y="1149"/>
                </a:lnTo>
                <a:lnTo>
                  <a:pt x="845" y="1157"/>
                </a:lnTo>
                <a:lnTo>
                  <a:pt x="826" y="1165"/>
                </a:lnTo>
                <a:lnTo>
                  <a:pt x="806" y="1173"/>
                </a:lnTo>
                <a:lnTo>
                  <a:pt x="787" y="1179"/>
                </a:lnTo>
                <a:lnTo>
                  <a:pt x="767" y="1185"/>
                </a:lnTo>
                <a:lnTo>
                  <a:pt x="747" y="1191"/>
                </a:lnTo>
                <a:lnTo>
                  <a:pt x="727" y="1195"/>
                </a:lnTo>
                <a:lnTo>
                  <a:pt x="706" y="1199"/>
                </a:lnTo>
                <a:lnTo>
                  <a:pt x="685" y="1202"/>
                </a:lnTo>
                <a:lnTo>
                  <a:pt x="664" y="1205"/>
                </a:lnTo>
                <a:lnTo>
                  <a:pt x="643" y="1206"/>
                </a:lnTo>
                <a:lnTo>
                  <a:pt x="643" y="1206"/>
                </a:lnTo>
                <a:close/>
                <a:moveTo>
                  <a:pt x="968" y="804"/>
                </a:moveTo>
                <a:lnTo>
                  <a:pt x="968" y="804"/>
                </a:lnTo>
                <a:lnTo>
                  <a:pt x="985" y="757"/>
                </a:lnTo>
                <a:lnTo>
                  <a:pt x="991" y="736"/>
                </a:lnTo>
                <a:lnTo>
                  <a:pt x="997" y="716"/>
                </a:lnTo>
                <a:lnTo>
                  <a:pt x="1002" y="696"/>
                </a:lnTo>
                <a:lnTo>
                  <a:pt x="1006" y="674"/>
                </a:lnTo>
                <a:lnTo>
                  <a:pt x="1015" y="625"/>
                </a:lnTo>
                <a:lnTo>
                  <a:pt x="1209" y="625"/>
                </a:lnTo>
                <a:lnTo>
                  <a:pt x="1209" y="625"/>
                </a:lnTo>
                <a:lnTo>
                  <a:pt x="1208" y="648"/>
                </a:lnTo>
                <a:lnTo>
                  <a:pt x="1206" y="671"/>
                </a:lnTo>
                <a:lnTo>
                  <a:pt x="1203" y="693"/>
                </a:lnTo>
                <a:lnTo>
                  <a:pt x="1199" y="716"/>
                </a:lnTo>
                <a:lnTo>
                  <a:pt x="1194" y="738"/>
                </a:lnTo>
                <a:lnTo>
                  <a:pt x="1188" y="760"/>
                </a:lnTo>
                <a:lnTo>
                  <a:pt x="1182" y="782"/>
                </a:lnTo>
                <a:lnTo>
                  <a:pt x="1175" y="804"/>
                </a:lnTo>
                <a:lnTo>
                  <a:pt x="968" y="804"/>
                </a:lnTo>
                <a:close/>
                <a:moveTo>
                  <a:pt x="1018" y="587"/>
                </a:moveTo>
                <a:lnTo>
                  <a:pt x="1018" y="587"/>
                </a:lnTo>
                <a:lnTo>
                  <a:pt x="1016" y="562"/>
                </a:lnTo>
                <a:lnTo>
                  <a:pt x="1014" y="538"/>
                </a:lnTo>
                <a:lnTo>
                  <a:pt x="1011" y="513"/>
                </a:lnTo>
                <a:lnTo>
                  <a:pt x="1007" y="489"/>
                </a:lnTo>
                <a:lnTo>
                  <a:pt x="1002" y="466"/>
                </a:lnTo>
                <a:lnTo>
                  <a:pt x="997" y="442"/>
                </a:lnTo>
                <a:lnTo>
                  <a:pt x="990" y="418"/>
                </a:lnTo>
                <a:lnTo>
                  <a:pt x="981" y="394"/>
                </a:lnTo>
                <a:lnTo>
                  <a:pt x="1173" y="394"/>
                </a:lnTo>
                <a:lnTo>
                  <a:pt x="1173" y="394"/>
                </a:lnTo>
                <a:lnTo>
                  <a:pt x="1186" y="442"/>
                </a:lnTo>
                <a:lnTo>
                  <a:pt x="1192" y="466"/>
                </a:lnTo>
                <a:lnTo>
                  <a:pt x="1197" y="490"/>
                </a:lnTo>
                <a:lnTo>
                  <a:pt x="1201" y="513"/>
                </a:lnTo>
                <a:lnTo>
                  <a:pt x="1205" y="537"/>
                </a:lnTo>
                <a:lnTo>
                  <a:pt x="1208" y="562"/>
                </a:lnTo>
                <a:lnTo>
                  <a:pt x="1209" y="587"/>
                </a:lnTo>
                <a:lnTo>
                  <a:pt x="1018" y="587"/>
                </a:lnTo>
                <a:close/>
                <a:moveTo>
                  <a:pt x="965" y="357"/>
                </a:moveTo>
                <a:lnTo>
                  <a:pt x="965" y="357"/>
                </a:lnTo>
                <a:lnTo>
                  <a:pt x="951" y="329"/>
                </a:lnTo>
                <a:lnTo>
                  <a:pt x="936" y="302"/>
                </a:lnTo>
                <a:lnTo>
                  <a:pt x="920" y="276"/>
                </a:lnTo>
                <a:lnTo>
                  <a:pt x="902" y="251"/>
                </a:lnTo>
                <a:lnTo>
                  <a:pt x="884" y="227"/>
                </a:lnTo>
                <a:lnTo>
                  <a:pt x="865" y="203"/>
                </a:lnTo>
                <a:lnTo>
                  <a:pt x="846" y="181"/>
                </a:lnTo>
                <a:lnTo>
                  <a:pt x="826" y="159"/>
                </a:lnTo>
                <a:lnTo>
                  <a:pt x="805" y="137"/>
                </a:lnTo>
                <a:lnTo>
                  <a:pt x="784" y="116"/>
                </a:lnTo>
                <a:lnTo>
                  <a:pt x="762" y="96"/>
                </a:lnTo>
                <a:lnTo>
                  <a:pt x="739" y="76"/>
                </a:lnTo>
                <a:lnTo>
                  <a:pt x="693" y="37"/>
                </a:lnTo>
                <a:lnTo>
                  <a:pt x="645" y="0"/>
                </a:lnTo>
                <a:lnTo>
                  <a:pt x="645" y="0"/>
                </a:lnTo>
                <a:lnTo>
                  <a:pt x="665" y="2"/>
                </a:lnTo>
                <a:lnTo>
                  <a:pt x="685" y="4"/>
                </a:lnTo>
                <a:lnTo>
                  <a:pt x="706" y="8"/>
                </a:lnTo>
                <a:lnTo>
                  <a:pt x="726" y="12"/>
                </a:lnTo>
                <a:lnTo>
                  <a:pt x="745" y="16"/>
                </a:lnTo>
                <a:lnTo>
                  <a:pt x="765" y="22"/>
                </a:lnTo>
                <a:lnTo>
                  <a:pt x="785" y="28"/>
                </a:lnTo>
                <a:lnTo>
                  <a:pt x="804" y="34"/>
                </a:lnTo>
                <a:lnTo>
                  <a:pt x="823" y="42"/>
                </a:lnTo>
                <a:lnTo>
                  <a:pt x="842" y="50"/>
                </a:lnTo>
                <a:lnTo>
                  <a:pt x="860" y="58"/>
                </a:lnTo>
                <a:lnTo>
                  <a:pt x="878" y="67"/>
                </a:lnTo>
                <a:lnTo>
                  <a:pt x="896" y="77"/>
                </a:lnTo>
                <a:lnTo>
                  <a:pt x="915" y="87"/>
                </a:lnTo>
                <a:lnTo>
                  <a:pt x="932" y="98"/>
                </a:lnTo>
                <a:lnTo>
                  <a:pt x="949" y="109"/>
                </a:lnTo>
                <a:lnTo>
                  <a:pt x="966" y="121"/>
                </a:lnTo>
                <a:lnTo>
                  <a:pt x="982" y="133"/>
                </a:lnTo>
                <a:lnTo>
                  <a:pt x="998" y="146"/>
                </a:lnTo>
                <a:lnTo>
                  <a:pt x="1013" y="160"/>
                </a:lnTo>
                <a:lnTo>
                  <a:pt x="1028" y="174"/>
                </a:lnTo>
                <a:lnTo>
                  <a:pt x="1042" y="188"/>
                </a:lnTo>
                <a:lnTo>
                  <a:pt x="1056" y="203"/>
                </a:lnTo>
                <a:lnTo>
                  <a:pt x="1070" y="218"/>
                </a:lnTo>
                <a:lnTo>
                  <a:pt x="1082" y="234"/>
                </a:lnTo>
                <a:lnTo>
                  <a:pt x="1095" y="250"/>
                </a:lnTo>
                <a:lnTo>
                  <a:pt x="1107" y="267"/>
                </a:lnTo>
                <a:lnTo>
                  <a:pt x="1118" y="284"/>
                </a:lnTo>
                <a:lnTo>
                  <a:pt x="1129" y="302"/>
                </a:lnTo>
                <a:lnTo>
                  <a:pt x="1139" y="320"/>
                </a:lnTo>
                <a:lnTo>
                  <a:pt x="1148" y="338"/>
                </a:lnTo>
                <a:lnTo>
                  <a:pt x="1157" y="357"/>
                </a:lnTo>
                <a:lnTo>
                  <a:pt x="965" y="357"/>
                </a:lnTo>
                <a:close/>
                <a:moveTo>
                  <a:pt x="624" y="58"/>
                </a:moveTo>
                <a:lnTo>
                  <a:pt x="624" y="58"/>
                </a:lnTo>
                <a:lnTo>
                  <a:pt x="647" y="96"/>
                </a:lnTo>
                <a:lnTo>
                  <a:pt x="667" y="132"/>
                </a:lnTo>
                <a:lnTo>
                  <a:pt x="684" y="167"/>
                </a:lnTo>
                <a:lnTo>
                  <a:pt x="699" y="201"/>
                </a:lnTo>
                <a:lnTo>
                  <a:pt x="712" y="236"/>
                </a:lnTo>
                <a:lnTo>
                  <a:pt x="724" y="273"/>
                </a:lnTo>
                <a:lnTo>
                  <a:pt x="736" y="314"/>
                </a:lnTo>
                <a:lnTo>
                  <a:pt x="746" y="357"/>
                </a:lnTo>
                <a:lnTo>
                  <a:pt x="624" y="357"/>
                </a:lnTo>
                <a:lnTo>
                  <a:pt x="624" y="58"/>
                </a:lnTo>
                <a:close/>
                <a:moveTo>
                  <a:pt x="754" y="394"/>
                </a:moveTo>
                <a:lnTo>
                  <a:pt x="754" y="394"/>
                </a:lnTo>
                <a:lnTo>
                  <a:pt x="762" y="449"/>
                </a:lnTo>
                <a:lnTo>
                  <a:pt x="765" y="476"/>
                </a:lnTo>
                <a:lnTo>
                  <a:pt x="767" y="504"/>
                </a:lnTo>
                <a:lnTo>
                  <a:pt x="767" y="504"/>
                </a:lnTo>
                <a:lnTo>
                  <a:pt x="768" y="525"/>
                </a:lnTo>
                <a:lnTo>
                  <a:pt x="769" y="546"/>
                </a:lnTo>
                <a:lnTo>
                  <a:pt x="769" y="566"/>
                </a:lnTo>
                <a:lnTo>
                  <a:pt x="770" y="587"/>
                </a:lnTo>
                <a:lnTo>
                  <a:pt x="624" y="587"/>
                </a:lnTo>
                <a:lnTo>
                  <a:pt x="624" y="394"/>
                </a:lnTo>
                <a:lnTo>
                  <a:pt x="754" y="394"/>
                </a:lnTo>
                <a:close/>
                <a:moveTo>
                  <a:pt x="770" y="625"/>
                </a:moveTo>
                <a:lnTo>
                  <a:pt x="770" y="625"/>
                </a:lnTo>
                <a:lnTo>
                  <a:pt x="769" y="647"/>
                </a:lnTo>
                <a:lnTo>
                  <a:pt x="768" y="670"/>
                </a:lnTo>
                <a:lnTo>
                  <a:pt x="765" y="693"/>
                </a:lnTo>
                <a:lnTo>
                  <a:pt x="762" y="715"/>
                </a:lnTo>
                <a:lnTo>
                  <a:pt x="754" y="760"/>
                </a:lnTo>
                <a:lnTo>
                  <a:pt x="745" y="804"/>
                </a:lnTo>
                <a:lnTo>
                  <a:pt x="624" y="804"/>
                </a:lnTo>
                <a:lnTo>
                  <a:pt x="624" y="625"/>
                </a:lnTo>
                <a:lnTo>
                  <a:pt x="770" y="625"/>
                </a:lnTo>
                <a:close/>
                <a:moveTo>
                  <a:pt x="736" y="841"/>
                </a:moveTo>
                <a:lnTo>
                  <a:pt x="736" y="841"/>
                </a:lnTo>
                <a:lnTo>
                  <a:pt x="712" y="918"/>
                </a:lnTo>
                <a:lnTo>
                  <a:pt x="699" y="955"/>
                </a:lnTo>
                <a:lnTo>
                  <a:pt x="686" y="992"/>
                </a:lnTo>
                <a:lnTo>
                  <a:pt x="672" y="1029"/>
                </a:lnTo>
                <a:lnTo>
                  <a:pt x="657" y="1065"/>
                </a:lnTo>
                <a:lnTo>
                  <a:pt x="641" y="1101"/>
                </a:lnTo>
                <a:lnTo>
                  <a:pt x="624" y="1138"/>
                </a:lnTo>
                <a:lnTo>
                  <a:pt x="624" y="841"/>
                </a:lnTo>
                <a:lnTo>
                  <a:pt x="736" y="841"/>
                </a:lnTo>
                <a:close/>
                <a:moveTo>
                  <a:pt x="784" y="357"/>
                </a:moveTo>
                <a:lnTo>
                  <a:pt x="784" y="357"/>
                </a:lnTo>
                <a:lnTo>
                  <a:pt x="775" y="318"/>
                </a:lnTo>
                <a:lnTo>
                  <a:pt x="765" y="279"/>
                </a:lnTo>
                <a:lnTo>
                  <a:pt x="754" y="241"/>
                </a:lnTo>
                <a:lnTo>
                  <a:pt x="741" y="204"/>
                </a:lnTo>
                <a:lnTo>
                  <a:pt x="726" y="167"/>
                </a:lnTo>
                <a:lnTo>
                  <a:pt x="718" y="149"/>
                </a:lnTo>
                <a:lnTo>
                  <a:pt x="709" y="132"/>
                </a:lnTo>
                <a:lnTo>
                  <a:pt x="700" y="114"/>
                </a:lnTo>
                <a:lnTo>
                  <a:pt x="690" y="97"/>
                </a:lnTo>
                <a:lnTo>
                  <a:pt x="680" y="81"/>
                </a:lnTo>
                <a:lnTo>
                  <a:pt x="669" y="65"/>
                </a:lnTo>
                <a:lnTo>
                  <a:pt x="669" y="65"/>
                </a:lnTo>
                <a:lnTo>
                  <a:pt x="688" y="80"/>
                </a:lnTo>
                <a:lnTo>
                  <a:pt x="708" y="95"/>
                </a:lnTo>
                <a:lnTo>
                  <a:pt x="726" y="111"/>
                </a:lnTo>
                <a:lnTo>
                  <a:pt x="744" y="127"/>
                </a:lnTo>
                <a:lnTo>
                  <a:pt x="762" y="144"/>
                </a:lnTo>
                <a:lnTo>
                  <a:pt x="779" y="161"/>
                </a:lnTo>
                <a:lnTo>
                  <a:pt x="795" y="178"/>
                </a:lnTo>
                <a:lnTo>
                  <a:pt x="811" y="196"/>
                </a:lnTo>
                <a:lnTo>
                  <a:pt x="827" y="214"/>
                </a:lnTo>
                <a:lnTo>
                  <a:pt x="842" y="233"/>
                </a:lnTo>
                <a:lnTo>
                  <a:pt x="856" y="252"/>
                </a:lnTo>
                <a:lnTo>
                  <a:pt x="870" y="272"/>
                </a:lnTo>
                <a:lnTo>
                  <a:pt x="884" y="292"/>
                </a:lnTo>
                <a:lnTo>
                  <a:pt x="897" y="313"/>
                </a:lnTo>
                <a:lnTo>
                  <a:pt x="910" y="335"/>
                </a:lnTo>
                <a:lnTo>
                  <a:pt x="923" y="357"/>
                </a:lnTo>
                <a:lnTo>
                  <a:pt x="784" y="357"/>
                </a:lnTo>
                <a:close/>
                <a:moveTo>
                  <a:pt x="790" y="394"/>
                </a:moveTo>
                <a:lnTo>
                  <a:pt x="790" y="394"/>
                </a:lnTo>
                <a:lnTo>
                  <a:pt x="797" y="443"/>
                </a:lnTo>
                <a:lnTo>
                  <a:pt x="801" y="491"/>
                </a:lnTo>
                <a:lnTo>
                  <a:pt x="805" y="539"/>
                </a:lnTo>
                <a:lnTo>
                  <a:pt x="807" y="587"/>
                </a:lnTo>
                <a:lnTo>
                  <a:pt x="982" y="587"/>
                </a:lnTo>
                <a:lnTo>
                  <a:pt x="982" y="587"/>
                </a:lnTo>
                <a:lnTo>
                  <a:pt x="981" y="561"/>
                </a:lnTo>
                <a:lnTo>
                  <a:pt x="978" y="536"/>
                </a:lnTo>
                <a:lnTo>
                  <a:pt x="974" y="512"/>
                </a:lnTo>
                <a:lnTo>
                  <a:pt x="969" y="489"/>
                </a:lnTo>
                <a:lnTo>
                  <a:pt x="963" y="466"/>
                </a:lnTo>
                <a:lnTo>
                  <a:pt x="956" y="443"/>
                </a:lnTo>
                <a:lnTo>
                  <a:pt x="940" y="394"/>
                </a:lnTo>
                <a:lnTo>
                  <a:pt x="790" y="394"/>
                </a:lnTo>
                <a:close/>
                <a:moveTo>
                  <a:pt x="807" y="625"/>
                </a:moveTo>
                <a:lnTo>
                  <a:pt x="807" y="625"/>
                </a:lnTo>
                <a:lnTo>
                  <a:pt x="806" y="648"/>
                </a:lnTo>
                <a:lnTo>
                  <a:pt x="804" y="670"/>
                </a:lnTo>
                <a:lnTo>
                  <a:pt x="801" y="693"/>
                </a:lnTo>
                <a:lnTo>
                  <a:pt x="798" y="715"/>
                </a:lnTo>
                <a:lnTo>
                  <a:pt x="791" y="759"/>
                </a:lnTo>
                <a:lnTo>
                  <a:pt x="784" y="804"/>
                </a:lnTo>
                <a:lnTo>
                  <a:pt x="930" y="804"/>
                </a:lnTo>
                <a:lnTo>
                  <a:pt x="930" y="804"/>
                </a:lnTo>
                <a:lnTo>
                  <a:pt x="939" y="781"/>
                </a:lnTo>
                <a:lnTo>
                  <a:pt x="948" y="759"/>
                </a:lnTo>
                <a:lnTo>
                  <a:pt x="955" y="737"/>
                </a:lnTo>
                <a:lnTo>
                  <a:pt x="961" y="716"/>
                </a:lnTo>
                <a:lnTo>
                  <a:pt x="967" y="695"/>
                </a:lnTo>
                <a:lnTo>
                  <a:pt x="972" y="672"/>
                </a:lnTo>
                <a:lnTo>
                  <a:pt x="980" y="625"/>
                </a:lnTo>
                <a:lnTo>
                  <a:pt x="807" y="625"/>
                </a:lnTo>
                <a:close/>
                <a:moveTo>
                  <a:pt x="774" y="841"/>
                </a:moveTo>
                <a:lnTo>
                  <a:pt x="774" y="841"/>
                </a:lnTo>
                <a:lnTo>
                  <a:pt x="763" y="881"/>
                </a:lnTo>
                <a:lnTo>
                  <a:pt x="751" y="921"/>
                </a:lnTo>
                <a:lnTo>
                  <a:pt x="738" y="960"/>
                </a:lnTo>
                <a:lnTo>
                  <a:pt x="723" y="998"/>
                </a:lnTo>
                <a:lnTo>
                  <a:pt x="708" y="1035"/>
                </a:lnTo>
                <a:lnTo>
                  <a:pt x="691" y="1073"/>
                </a:lnTo>
                <a:lnTo>
                  <a:pt x="674" y="1110"/>
                </a:lnTo>
                <a:lnTo>
                  <a:pt x="656" y="1147"/>
                </a:lnTo>
                <a:lnTo>
                  <a:pt x="656" y="1147"/>
                </a:lnTo>
                <a:lnTo>
                  <a:pt x="693" y="1114"/>
                </a:lnTo>
                <a:lnTo>
                  <a:pt x="729" y="1079"/>
                </a:lnTo>
                <a:lnTo>
                  <a:pt x="764" y="1043"/>
                </a:lnTo>
                <a:lnTo>
                  <a:pt x="796" y="1006"/>
                </a:lnTo>
                <a:lnTo>
                  <a:pt x="827" y="967"/>
                </a:lnTo>
                <a:lnTo>
                  <a:pt x="857" y="926"/>
                </a:lnTo>
                <a:lnTo>
                  <a:pt x="884" y="884"/>
                </a:lnTo>
                <a:lnTo>
                  <a:pt x="910" y="841"/>
                </a:lnTo>
                <a:lnTo>
                  <a:pt x="774" y="841"/>
                </a:lnTo>
                <a:close/>
                <a:moveTo>
                  <a:pt x="436" y="841"/>
                </a:moveTo>
                <a:lnTo>
                  <a:pt x="436" y="841"/>
                </a:lnTo>
                <a:lnTo>
                  <a:pt x="446" y="880"/>
                </a:lnTo>
                <a:lnTo>
                  <a:pt x="457" y="920"/>
                </a:lnTo>
                <a:lnTo>
                  <a:pt x="470" y="959"/>
                </a:lnTo>
                <a:lnTo>
                  <a:pt x="484" y="998"/>
                </a:lnTo>
                <a:lnTo>
                  <a:pt x="500" y="1037"/>
                </a:lnTo>
                <a:lnTo>
                  <a:pt x="517" y="1075"/>
                </a:lnTo>
                <a:lnTo>
                  <a:pt x="535" y="1112"/>
                </a:lnTo>
                <a:lnTo>
                  <a:pt x="554" y="1147"/>
                </a:lnTo>
                <a:lnTo>
                  <a:pt x="554" y="1147"/>
                </a:lnTo>
                <a:lnTo>
                  <a:pt x="536" y="1132"/>
                </a:lnTo>
                <a:lnTo>
                  <a:pt x="518" y="1117"/>
                </a:lnTo>
                <a:lnTo>
                  <a:pt x="500" y="1100"/>
                </a:lnTo>
                <a:lnTo>
                  <a:pt x="482" y="1083"/>
                </a:lnTo>
                <a:lnTo>
                  <a:pt x="464" y="1064"/>
                </a:lnTo>
                <a:lnTo>
                  <a:pt x="447" y="1045"/>
                </a:lnTo>
                <a:lnTo>
                  <a:pt x="413" y="1006"/>
                </a:lnTo>
                <a:lnTo>
                  <a:pt x="381" y="965"/>
                </a:lnTo>
                <a:lnTo>
                  <a:pt x="351" y="924"/>
                </a:lnTo>
                <a:lnTo>
                  <a:pt x="337" y="902"/>
                </a:lnTo>
                <a:lnTo>
                  <a:pt x="324" y="882"/>
                </a:lnTo>
                <a:lnTo>
                  <a:pt x="312" y="861"/>
                </a:lnTo>
                <a:lnTo>
                  <a:pt x="300" y="841"/>
                </a:lnTo>
                <a:lnTo>
                  <a:pt x="436" y="841"/>
                </a:lnTo>
                <a:close/>
              </a:path>
            </a:pathLst>
          </a:custGeom>
          <a:solidFill>
            <a:schemeClr val="bg1">
              <a:lumMod val="95000"/>
              <a:alpha val="44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350"/>
          </a:p>
        </p:txBody>
      </p:sp>
      <p:sp>
        <p:nvSpPr>
          <p:cNvPr id="30" name="Freeform 33"/>
          <p:cNvSpPr>
            <a:spLocks noEditPoints="1"/>
          </p:cNvSpPr>
          <p:nvPr userDrawn="1"/>
        </p:nvSpPr>
        <p:spPr bwMode="auto">
          <a:xfrm>
            <a:off x="10352655" y="5872829"/>
            <a:ext cx="1303812" cy="975431"/>
          </a:xfrm>
          <a:custGeom>
            <a:avLst/>
            <a:gdLst>
              <a:gd name="T0" fmla="*/ 415 w 1209"/>
              <a:gd name="T1" fmla="*/ 1063 h 1206"/>
              <a:gd name="T2" fmla="*/ 260 w 1209"/>
              <a:gd name="T3" fmla="*/ 841 h 1206"/>
              <a:gd name="T4" fmla="*/ 122 w 1209"/>
              <a:gd name="T5" fmla="*/ 968 h 1206"/>
              <a:gd name="T6" fmla="*/ 256 w 1209"/>
              <a:gd name="T7" fmla="*/ 1098 h 1206"/>
              <a:gd name="T8" fmla="*/ 424 w 1209"/>
              <a:gd name="T9" fmla="*/ 1181 h 1206"/>
              <a:gd name="T10" fmla="*/ 242 w 1209"/>
              <a:gd name="T11" fmla="*/ 804 h 1206"/>
              <a:gd name="T12" fmla="*/ 0 w 1209"/>
              <a:gd name="T13" fmla="*/ 625 h 1206"/>
              <a:gd name="T14" fmla="*/ 27 w 1209"/>
              <a:gd name="T15" fmla="*/ 787 h 1206"/>
              <a:gd name="T16" fmla="*/ 207 w 1209"/>
              <a:gd name="T17" fmla="*/ 464 h 1206"/>
              <a:gd name="T18" fmla="*/ 9 w 1209"/>
              <a:gd name="T19" fmla="*/ 489 h 1206"/>
              <a:gd name="T20" fmla="*/ 449 w 1209"/>
              <a:gd name="T21" fmla="*/ 433 h 1206"/>
              <a:gd name="T22" fmla="*/ 440 w 1209"/>
              <a:gd name="T23" fmla="*/ 640 h 1206"/>
              <a:gd name="T24" fmla="*/ 587 w 1209"/>
              <a:gd name="T25" fmla="*/ 804 h 1206"/>
              <a:gd name="T26" fmla="*/ 536 w 1209"/>
              <a:gd name="T27" fmla="*/ 1030 h 1206"/>
              <a:gd name="T28" fmla="*/ 61 w 1209"/>
              <a:gd name="T29" fmla="*/ 338 h 1206"/>
              <a:gd name="T30" fmla="*/ 166 w 1209"/>
              <a:gd name="T31" fmla="*/ 186 h 1206"/>
              <a:gd name="T32" fmla="*/ 312 w 1209"/>
              <a:gd name="T33" fmla="*/ 74 h 1206"/>
              <a:gd name="T34" fmla="*/ 485 w 1209"/>
              <a:gd name="T35" fmla="*/ 11 h 1206"/>
              <a:gd name="T36" fmla="*/ 449 w 1209"/>
              <a:gd name="T37" fmla="*/ 94 h 1206"/>
              <a:gd name="T38" fmla="*/ 273 w 1209"/>
              <a:gd name="T39" fmla="*/ 303 h 1206"/>
              <a:gd name="T40" fmla="*/ 545 w 1209"/>
              <a:gd name="T41" fmla="*/ 129 h 1206"/>
              <a:gd name="T42" fmla="*/ 427 w 1209"/>
              <a:gd name="T43" fmla="*/ 357 h 1206"/>
              <a:gd name="T44" fmla="*/ 521 w 1209"/>
              <a:gd name="T45" fmla="*/ 94 h 1206"/>
              <a:gd name="T46" fmla="*/ 432 w 1209"/>
              <a:gd name="T47" fmla="*/ 159 h 1206"/>
              <a:gd name="T48" fmla="*/ 299 w 1209"/>
              <a:gd name="T49" fmla="*/ 336 h 1206"/>
              <a:gd name="T50" fmla="*/ 404 w 1209"/>
              <a:gd name="T51" fmla="*/ 515 h 1206"/>
              <a:gd name="T52" fmla="*/ 236 w 1209"/>
              <a:gd name="T53" fmla="*/ 504 h 1206"/>
              <a:gd name="T54" fmla="*/ 403 w 1209"/>
              <a:gd name="T55" fmla="*/ 646 h 1206"/>
              <a:gd name="T56" fmla="*/ 271 w 1209"/>
              <a:gd name="T57" fmla="*/ 783 h 1206"/>
              <a:gd name="T58" fmla="*/ 643 w 1209"/>
              <a:gd name="T59" fmla="*/ 1206 h 1206"/>
              <a:gd name="T60" fmla="*/ 815 w 1209"/>
              <a:gd name="T61" fmla="*/ 1039 h 1206"/>
              <a:gd name="T62" fmla="*/ 1160 w 1209"/>
              <a:gd name="T63" fmla="*/ 841 h 1206"/>
              <a:gd name="T64" fmla="*/ 1073 w 1209"/>
              <a:gd name="T65" fmla="*/ 984 h 1206"/>
              <a:gd name="T66" fmla="*/ 936 w 1209"/>
              <a:gd name="T67" fmla="*/ 1108 h 1206"/>
              <a:gd name="T68" fmla="*/ 767 w 1209"/>
              <a:gd name="T69" fmla="*/ 1185 h 1206"/>
              <a:gd name="T70" fmla="*/ 968 w 1209"/>
              <a:gd name="T71" fmla="*/ 804 h 1206"/>
              <a:gd name="T72" fmla="*/ 1208 w 1209"/>
              <a:gd name="T73" fmla="*/ 648 h 1206"/>
              <a:gd name="T74" fmla="*/ 1018 w 1209"/>
              <a:gd name="T75" fmla="*/ 587 h 1206"/>
              <a:gd name="T76" fmla="*/ 981 w 1209"/>
              <a:gd name="T77" fmla="*/ 394 h 1206"/>
              <a:gd name="T78" fmla="*/ 1209 w 1209"/>
              <a:gd name="T79" fmla="*/ 587 h 1206"/>
              <a:gd name="T80" fmla="*/ 865 w 1209"/>
              <a:gd name="T81" fmla="*/ 203 h 1206"/>
              <a:gd name="T82" fmla="*/ 645 w 1209"/>
              <a:gd name="T83" fmla="*/ 0 h 1206"/>
              <a:gd name="T84" fmla="*/ 823 w 1209"/>
              <a:gd name="T85" fmla="*/ 42 h 1206"/>
              <a:gd name="T86" fmla="*/ 982 w 1209"/>
              <a:gd name="T87" fmla="*/ 133 h 1206"/>
              <a:gd name="T88" fmla="*/ 1107 w 1209"/>
              <a:gd name="T89" fmla="*/ 267 h 1206"/>
              <a:gd name="T90" fmla="*/ 647 w 1209"/>
              <a:gd name="T91" fmla="*/ 96 h 1206"/>
              <a:gd name="T92" fmla="*/ 624 w 1209"/>
              <a:gd name="T93" fmla="*/ 58 h 1206"/>
              <a:gd name="T94" fmla="*/ 769 w 1209"/>
              <a:gd name="T95" fmla="*/ 566 h 1206"/>
              <a:gd name="T96" fmla="*/ 765 w 1209"/>
              <a:gd name="T97" fmla="*/ 693 h 1206"/>
              <a:gd name="T98" fmla="*/ 712 w 1209"/>
              <a:gd name="T99" fmla="*/ 918 h 1206"/>
              <a:gd name="T100" fmla="*/ 784 w 1209"/>
              <a:gd name="T101" fmla="*/ 357 h 1206"/>
              <a:gd name="T102" fmla="*/ 700 w 1209"/>
              <a:gd name="T103" fmla="*/ 114 h 1206"/>
              <a:gd name="T104" fmla="*/ 762 w 1209"/>
              <a:gd name="T105" fmla="*/ 144 h 1206"/>
              <a:gd name="T106" fmla="*/ 897 w 1209"/>
              <a:gd name="T107" fmla="*/ 313 h 1206"/>
              <a:gd name="T108" fmla="*/ 807 w 1209"/>
              <a:gd name="T109" fmla="*/ 587 h 1206"/>
              <a:gd name="T110" fmla="*/ 940 w 1209"/>
              <a:gd name="T111" fmla="*/ 394 h 1206"/>
              <a:gd name="T112" fmla="*/ 784 w 1209"/>
              <a:gd name="T113" fmla="*/ 804 h 1206"/>
              <a:gd name="T114" fmla="*/ 980 w 1209"/>
              <a:gd name="T115" fmla="*/ 625 h 1206"/>
              <a:gd name="T116" fmla="*/ 691 w 1209"/>
              <a:gd name="T117" fmla="*/ 1073 h 1206"/>
              <a:gd name="T118" fmla="*/ 857 w 1209"/>
              <a:gd name="T119" fmla="*/ 926 h 1206"/>
              <a:gd name="T120" fmla="*/ 484 w 1209"/>
              <a:gd name="T121" fmla="*/ 998 h 1206"/>
              <a:gd name="T122" fmla="*/ 482 w 1209"/>
              <a:gd name="T123" fmla="*/ 1083 h 1206"/>
              <a:gd name="T124" fmla="*/ 300 w 1209"/>
              <a:gd name="T125" fmla="*/ 841 h 1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209" h="1206">
                <a:moveTo>
                  <a:pt x="567" y="1206"/>
                </a:moveTo>
                <a:lnTo>
                  <a:pt x="567" y="1206"/>
                </a:lnTo>
                <a:lnTo>
                  <a:pt x="546" y="1189"/>
                </a:lnTo>
                <a:lnTo>
                  <a:pt x="524" y="1171"/>
                </a:lnTo>
                <a:lnTo>
                  <a:pt x="502" y="1151"/>
                </a:lnTo>
                <a:lnTo>
                  <a:pt x="480" y="1130"/>
                </a:lnTo>
                <a:lnTo>
                  <a:pt x="458" y="1109"/>
                </a:lnTo>
                <a:lnTo>
                  <a:pt x="436" y="1086"/>
                </a:lnTo>
                <a:lnTo>
                  <a:pt x="415" y="1063"/>
                </a:lnTo>
                <a:lnTo>
                  <a:pt x="395" y="1040"/>
                </a:lnTo>
                <a:lnTo>
                  <a:pt x="375" y="1016"/>
                </a:lnTo>
                <a:lnTo>
                  <a:pt x="356" y="991"/>
                </a:lnTo>
                <a:lnTo>
                  <a:pt x="337" y="966"/>
                </a:lnTo>
                <a:lnTo>
                  <a:pt x="320" y="941"/>
                </a:lnTo>
                <a:lnTo>
                  <a:pt x="303" y="916"/>
                </a:lnTo>
                <a:lnTo>
                  <a:pt x="287" y="890"/>
                </a:lnTo>
                <a:lnTo>
                  <a:pt x="273" y="866"/>
                </a:lnTo>
                <a:lnTo>
                  <a:pt x="260" y="841"/>
                </a:lnTo>
                <a:lnTo>
                  <a:pt x="49" y="841"/>
                </a:lnTo>
                <a:lnTo>
                  <a:pt x="49" y="841"/>
                </a:lnTo>
                <a:lnTo>
                  <a:pt x="57" y="860"/>
                </a:lnTo>
                <a:lnTo>
                  <a:pt x="66" y="879"/>
                </a:lnTo>
                <a:lnTo>
                  <a:pt x="76" y="897"/>
                </a:lnTo>
                <a:lnTo>
                  <a:pt x="87" y="916"/>
                </a:lnTo>
                <a:lnTo>
                  <a:pt x="98" y="934"/>
                </a:lnTo>
                <a:lnTo>
                  <a:pt x="110" y="951"/>
                </a:lnTo>
                <a:lnTo>
                  <a:pt x="122" y="968"/>
                </a:lnTo>
                <a:lnTo>
                  <a:pt x="135" y="984"/>
                </a:lnTo>
                <a:lnTo>
                  <a:pt x="148" y="1000"/>
                </a:lnTo>
                <a:lnTo>
                  <a:pt x="162" y="1016"/>
                </a:lnTo>
                <a:lnTo>
                  <a:pt x="177" y="1031"/>
                </a:lnTo>
                <a:lnTo>
                  <a:pt x="192" y="1045"/>
                </a:lnTo>
                <a:lnTo>
                  <a:pt x="207" y="1059"/>
                </a:lnTo>
                <a:lnTo>
                  <a:pt x="223" y="1073"/>
                </a:lnTo>
                <a:lnTo>
                  <a:pt x="239" y="1086"/>
                </a:lnTo>
                <a:lnTo>
                  <a:pt x="256" y="1098"/>
                </a:lnTo>
                <a:lnTo>
                  <a:pt x="273" y="1110"/>
                </a:lnTo>
                <a:lnTo>
                  <a:pt x="291" y="1121"/>
                </a:lnTo>
                <a:lnTo>
                  <a:pt x="310" y="1131"/>
                </a:lnTo>
                <a:lnTo>
                  <a:pt x="328" y="1141"/>
                </a:lnTo>
                <a:lnTo>
                  <a:pt x="346" y="1151"/>
                </a:lnTo>
                <a:lnTo>
                  <a:pt x="365" y="1159"/>
                </a:lnTo>
                <a:lnTo>
                  <a:pt x="385" y="1167"/>
                </a:lnTo>
                <a:lnTo>
                  <a:pt x="404" y="1175"/>
                </a:lnTo>
                <a:lnTo>
                  <a:pt x="424" y="1181"/>
                </a:lnTo>
                <a:lnTo>
                  <a:pt x="444" y="1187"/>
                </a:lnTo>
                <a:lnTo>
                  <a:pt x="464" y="1192"/>
                </a:lnTo>
                <a:lnTo>
                  <a:pt x="484" y="1197"/>
                </a:lnTo>
                <a:lnTo>
                  <a:pt x="505" y="1200"/>
                </a:lnTo>
                <a:lnTo>
                  <a:pt x="526" y="1203"/>
                </a:lnTo>
                <a:lnTo>
                  <a:pt x="546" y="1205"/>
                </a:lnTo>
                <a:lnTo>
                  <a:pt x="567" y="1206"/>
                </a:lnTo>
                <a:close/>
                <a:moveTo>
                  <a:pt x="242" y="804"/>
                </a:moveTo>
                <a:lnTo>
                  <a:pt x="242" y="804"/>
                </a:lnTo>
                <a:lnTo>
                  <a:pt x="233" y="782"/>
                </a:lnTo>
                <a:lnTo>
                  <a:pt x="225" y="760"/>
                </a:lnTo>
                <a:lnTo>
                  <a:pt x="218" y="739"/>
                </a:lnTo>
                <a:lnTo>
                  <a:pt x="211" y="717"/>
                </a:lnTo>
                <a:lnTo>
                  <a:pt x="206" y="694"/>
                </a:lnTo>
                <a:lnTo>
                  <a:pt x="202" y="672"/>
                </a:lnTo>
                <a:lnTo>
                  <a:pt x="198" y="649"/>
                </a:lnTo>
                <a:lnTo>
                  <a:pt x="195" y="625"/>
                </a:lnTo>
                <a:lnTo>
                  <a:pt x="0" y="625"/>
                </a:lnTo>
                <a:lnTo>
                  <a:pt x="0" y="641"/>
                </a:lnTo>
                <a:lnTo>
                  <a:pt x="0" y="641"/>
                </a:lnTo>
                <a:lnTo>
                  <a:pt x="1" y="660"/>
                </a:lnTo>
                <a:lnTo>
                  <a:pt x="3" y="680"/>
                </a:lnTo>
                <a:lnTo>
                  <a:pt x="6" y="702"/>
                </a:lnTo>
                <a:lnTo>
                  <a:pt x="10" y="724"/>
                </a:lnTo>
                <a:lnTo>
                  <a:pt x="15" y="746"/>
                </a:lnTo>
                <a:lnTo>
                  <a:pt x="21" y="767"/>
                </a:lnTo>
                <a:lnTo>
                  <a:pt x="27" y="787"/>
                </a:lnTo>
                <a:lnTo>
                  <a:pt x="34" y="804"/>
                </a:lnTo>
                <a:lnTo>
                  <a:pt x="242" y="804"/>
                </a:lnTo>
                <a:close/>
                <a:moveTo>
                  <a:pt x="193" y="587"/>
                </a:moveTo>
                <a:lnTo>
                  <a:pt x="193" y="587"/>
                </a:lnTo>
                <a:lnTo>
                  <a:pt x="193" y="564"/>
                </a:lnTo>
                <a:lnTo>
                  <a:pt x="195" y="540"/>
                </a:lnTo>
                <a:lnTo>
                  <a:pt x="197" y="514"/>
                </a:lnTo>
                <a:lnTo>
                  <a:pt x="201" y="489"/>
                </a:lnTo>
                <a:lnTo>
                  <a:pt x="207" y="464"/>
                </a:lnTo>
                <a:lnTo>
                  <a:pt x="213" y="439"/>
                </a:lnTo>
                <a:lnTo>
                  <a:pt x="221" y="416"/>
                </a:lnTo>
                <a:lnTo>
                  <a:pt x="229" y="394"/>
                </a:lnTo>
                <a:lnTo>
                  <a:pt x="36" y="394"/>
                </a:lnTo>
                <a:lnTo>
                  <a:pt x="36" y="394"/>
                </a:lnTo>
                <a:lnTo>
                  <a:pt x="29" y="417"/>
                </a:lnTo>
                <a:lnTo>
                  <a:pt x="22" y="441"/>
                </a:lnTo>
                <a:lnTo>
                  <a:pt x="15" y="465"/>
                </a:lnTo>
                <a:lnTo>
                  <a:pt x="9" y="489"/>
                </a:lnTo>
                <a:lnTo>
                  <a:pt x="5" y="514"/>
                </a:lnTo>
                <a:lnTo>
                  <a:pt x="2" y="539"/>
                </a:lnTo>
                <a:lnTo>
                  <a:pt x="0" y="563"/>
                </a:lnTo>
                <a:lnTo>
                  <a:pt x="0" y="587"/>
                </a:lnTo>
                <a:lnTo>
                  <a:pt x="193" y="587"/>
                </a:lnTo>
                <a:close/>
                <a:moveTo>
                  <a:pt x="456" y="394"/>
                </a:moveTo>
                <a:lnTo>
                  <a:pt x="456" y="394"/>
                </a:lnTo>
                <a:lnTo>
                  <a:pt x="452" y="413"/>
                </a:lnTo>
                <a:lnTo>
                  <a:pt x="449" y="433"/>
                </a:lnTo>
                <a:lnTo>
                  <a:pt x="444" y="473"/>
                </a:lnTo>
                <a:lnTo>
                  <a:pt x="441" y="514"/>
                </a:lnTo>
                <a:lnTo>
                  <a:pt x="440" y="553"/>
                </a:lnTo>
                <a:lnTo>
                  <a:pt x="440" y="587"/>
                </a:lnTo>
                <a:lnTo>
                  <a:pt x="587" y="587"/>
                </a:lnTo>
                <a:lnTo>
                  <a:pt x="587" y="394"/>
                </a:lnTo>
                <a:lnTo>
                  <a:pt x="456" y="394"/>
                </a:lnTo>
                <a:close/>
                <a:moveTo>
                  <a:pt x="440" y="625"/>
                </a:moveTo>
                <a:lnTo>
                  <a:pt x="440" y="640"/>
                </a:lnTo>
                <a:lnTo>
                  <a:pt x="440" y="640"/>
                </a:lnTo>
                <a:lnTo>
                  <a:pt x="441" y="658"/>
                </a:lnTo>
                <a:lnTo>
                  <a:pt x="442" y="678"/>
                </a:lnTo>
                <a:lnTo>
                  <a:pt x="445" y="700"/>
                </a:lnTo>
                <a:lnTo>
                  <a:pt x="448" y="723"/>
                </a:lnTo>
                <a:lnTo>
                  <a:pt x="456" y="767"/>
                </a:lnTo>
                <a:lnTo>
                  <a:pt x="461" y="787"/>
                </a:lnTo>
                <a:lnTo>
                  <a:pt x="466" y="804"/>
                </a:lnTo>
                <a:lnTo>
                  <a:pt x="587" y="804"/>
                </a:lnTo>
                <a:lnTo>
                  <a:pt x="587" y="625"/>
                </a:lnTo>
                <a:lnTo>
                  <a:pt x="440" y="625"/>
                </a:lnTo>
                <a:close/>
                <a:moveTo>
                  <a:pt x="475" y="841"/>
                </a:moveTo>
                <a:lnTo>
                  <a:pt x="475" y="841"/>
                </a:lnTo>
                <a:lnTo>
                  <a:pt x="485" y="879"/>
                </a:lnTo>
                <a:lnTo>
                  <a:pt x="496" y="918"/>
                </a:lnTo>
                <a:lnTo>
                  <a:pt x="508" y="955"/>
                </a:lnTo>
                <a:lnTo>
                  <a:pt x="522" y="993"/>
                </a:lnTo>
                <a:lnTo>
                  <a:pt x="536" y="1030"/>
                </a:lnTo>
                <a:lnTo>
                  <a:pt x="551" y="1066"/>
                </a:lnTo>
                <a:lnTo>
                  <a:pt x="568" y="1102"/>
                </a:lnTo>
                <a:lnTo>
                  <a:pt x="587" y="1136"/>
                </a:lnTo>
                <a:lnTo>
                  <a:pt x="587" y="841"/>
                </a:lnTo>
                <a:lnTo>
                  <a:pt x="475" y="841"/>
                </a:lnTo>
                <a:close/>
                <a:moveTo>
                  <a:pt x="245" y="357"/>
                </a:moveTo>
                <a:lnTo>
                  <a:pt x="52" y="357"/>
                </a:lnTo>
                <a:lnTo>
                  <a:pt x="52" y="357"/>
                </a:lnTo>
                <a:lnTo>
                  <a:pt x="61" y="338"/>
                </a:lnTo>
                <a:lnTo>
                  <a:pt x="70" y="319"/>
                </a:lnTo>
                <a:lnTo>
                  <a:pt x="80" y="300"/>
                </a:lnTo>
                <a:lnTo>
                  <a:pt x="91" y="283"/>
                </a:lnTo>
                <a:lnTo>
                  <a:pt x="102" y="265"/>
                </a:lnTo>
                <a:lnTo>
                  <a:pt x="114" y="249"/>
                </a:lnTo>
                <a:lnTo>
                  <a:pt x="126" y="232"/>
                </a:lnTo>
                <a:lnTo>
                  <a:pt x="139" y="216"/>
                </a:lnTo>
                <a:lnTo>
                  <a:pt x="152" y="201"/>
                </a:lnTo>
                <a:lnTo>
                  <a:pt x="166" y="186"/>
                </a:lnTo>
                <a:lnTo>
                  <a:pt x="181" y="171"/>
                </a:lnTo>
                <a:lnTo>
                  <a:pt x="196" y="157"/>
                </a:lnTo>
                <a:lnTo>
                  <a:pt x="211" y="144"/>
                </a:lnTo>
                <a:lnTo>
                  <a:pt x="227" y="131"/>
                </a:lnTo>
                <a:lnTo>
                  <a:pt x="243" y="118"/>
                </a:lnTo>
                <a:lnTo>
                  <a:pt x="259" y="107"/>
                </a:lnTo>
                <a:lnTo>
                  <a:pt x="276" y="95"/>
                </a:lnTo>
                <a:lnTo>
                  <a:pt x="294" y="84"/>
                </a:lnTo>
                <a:lnTo>
                  <a:pt x="312" y="74"/>
                </a:lnTo>
                <a:lnTo>
                  <a:pt x="330" y="65"/>
                </a:lnTo>
                <a:lnTo>
                  <a:pt x="349" y="56"/>
                </a:lnTo>
                <a:lnTo>
                  <a:pt x="367" y="47"/>
                </a:lnTo>
                <a:lnTo>
                  <a:pt x="386" y="39"/>
                </a:lnTo>
                <a:lnTo>
                  <a:pt x="406" y="32"/>
                </a:lnTo>
                <a:lnTo>
                  <a:pt x="425" y="26"/>
                </a:lnTo>
                <a:lnTo>
                  <a:pt x="445" y="20"/>
                </a:lnTo>
                <a:lnTo>
                  <a:pt x="465" y="15"/>
                </a:lnTo>
                <a:lnTo>
                  <a:pt x="485" y="11"/>
                </a:lnTo>
                <a:lnTo>
                  <a:pt x="505" y="7"/>
                </a:lnTo>
                <a:lnTo>
                  <a:pt x="525" y="4"/>
                </a:lnTo>
                <a:lnTo>
                  <a:pt x="546" y="1"/>
                </a:lnTo>
                <a:lnTo>
                  <a:pt x="567" y="0"/>
                </a:lnTo>
                <a:lnTo>
                  <a:pt x="567" y="0"/>
                </a:lnTo>
                <a:lnTo>
                  <a:pt x="519" y="36"/>
                </a:lnTo>
                <a:lnTo>
                  <a:pt x="495" y="55"/>
                </a:lnTo>
                <a:lnTo>
                  <a:pt x="472" y="74"/>
                </a:lnTo>
                <a:lnTo>
                  <a:pt x="449" y="94"/>
                </a:lnTo>
                <a:lnTo>
                  <a:pt x="427" y="115"/>
                </a:lnTo>
                <a:lnTo>
                  <a:pt x="405" y="136"/>
                </a:lnTo>
                <a:lnTo>
                  <a:pt x="384" y="158"/>
                </a:lnTo>
                <a:lnTo>
                  <a:pt x="363" y="180"/>
                </a:lnTo>
                <a:lnTo>
                  <a:pt x="343" y="203"/>
                </a:lnTo>
                <a:lnTo>
                  <a:pt x="325" y="227"/>
                </a:lnTo>
                <a:lnTo>
                  <a:pt x="307" y="251"/>
                </a:lnTo>
                <a:lnTo>
                  <a:pt x="289" y="276"/>
                </a:lnTo>
                <a:lnTo>
                  <a:pt x="273" y="303"/>
                </a:lnTo>
                <a:lnTo>
                  <a:pt x="259" y="329"/>
                </a:lnTo>
                <a:lnTo>
                  <a:pt x="245" y="357"/>
                </a:lnTo>
                <a:lnTo>
                  <a:pt x="245" y="357"/>
                </a:lnTo>
                <a:close/>
                <a:moveTo>
                  <a:pt x="464" y="357"/>
                </a:moveTo>
                <a:lnTo>
                  <a:pt x="587" y="357"/>
                </a:lnTo>
                <a:lnTo>
                  <a:pt x="587" y="60"/>
                </a:lnTo>
                <a:lnTo>
                  <a:pt x="587" y="60"/>
                </a:lnTo>
                <a:lnTo>
                  <a:pt x="565" y="94"/>
                </a:lnTo>
                <a:lnTo>
                  <a:pt x="545" y="129"/>
                </a:lnTo>
                <a:lnTo>
                  <a:pt x="527" y="165"/>
                </a:lnTo>
                <a:lnTo>
                  <a:pt x="510" y="201"/>
                </a:lnTo>
                <a:lnTo>
                  <a:pt x="496" y="239"/>
                </a:lnTo>
                <a:lnTo>
                  <a:pt x="484" y="277"/>
                </a:lnTo>
                <a:lnTo>
                  <a:pt x="473" y="317"/>
                </a:lnTo>
                <a:lnTo>
                  <a:pt x="464" y="357"/>
                </a:lnTo>
                <a:lnTo>
                  <a:pt x="464" y="357"/>
                </a:lnTo>
                <a:close/>
                <a:moveTo>
                  <a:pt x="427" y="357"/>
                </a:moveTo>
                <a:lnTo>
                  <a:pt x="427" y="357"/>
                </a:lnTo>
                <a:lnTo>
                  <a:pt x="434" y="322"/>
                </a:lnTo>
                <a:lnTo>
                  <a:pt x="443" y="283"/>
                </a:lnTo>
                <a:lnTo>
                  <a:pt x="455" y="244"/>
                </a:lnTo>
                <a:lnTo>
                  <a:pt x="469" y="204"/>
                </a:lnTo>
                <a:lnTo>
                  <a:pt x="485" y="165"/>
                </a:lnTo>
                <a:lnTo>
                  <a:pt x="493" y="146"/>
                </a:lnTo>
                <a:lnTo>
                  <a:pt x="502" y="127"/>
                </a:lnTo>
                <a:lnTo>
                  <a:pt x="511" y="110"/>
                </a:lnTo>
                <a:lnTo>
                  <a:pt x="521" y="94"/>
                </a:lnTo>
                <a:lnTo>
                  <a:pt x="531" y="78"/>
                </a:lnTo>
                <a:lnTo>
                  <a:pt x="541" y="65"/>
                </a:lnTo>
                <a:lnTo>
                  <a:pt x="541" y="65"/>
                </a:lnTo>
                <a:lnTo>
                  <a:pt x="522" y="78"/>
                </a:lnTo>
                <a:lnTo>
                  <a:pt x="504" y="93"/>
                </a:lnTo>
                <a:lnTo>
                  <a:pt x="485" y="108"/>
                </a:lnTo>
                <a:lnTo>
                  <a:pt x="467" y="125"/>
                </a:lnTo>
                <a:lnTo>
                  <a:pt x="449" y="141"/>
                </a:lnTo>
                <a:lnTo>
                  <a:pt x="432" y="159"/>
                </a:lnTo>
                <a:lnTo>
                  <a:pt x="415" y="177"/>
                </a:lnTo>
                <a:lnTo>
                  <a:pt x="398" y="196"/>
                </a:lnTo>
                <a:lnTo>
                  <a:pt x="382" y="215"/>
                </a:lnTo>
                <a:lnTo>
                  <a:pt x="366" y="234"/>
                </a:lnTo>
                <a:lnTo>
                  <a:pt x="352" y="254"/>
                </a:lnTo>
                <a:lnTo>
                  <a:pt x="337" y="274"/>
                </a:lnTo>
                <a:lnTo>
                  <a:pt x="324" y="294"/>
                </a:lnTo>
                <a:lnTo>
                  <a:pt x="311" y="315"/>
                </a:lnTo>
                <a:lnTo>
                  <a:pt x="299" y="336"/>
                </a:lnTo>
                <a:lnTo>
                  <a:pt x="288" y="357"/>
                </a:lnTo>
                <a:lnTo>
                  <a:pt x="427" y="357"/>
                </a:lnTo>
                <a:close/>
                <a:moveTo>
                  <a:pt x="420" y="394"/>
                </a:moveTo>
                <a:lnTo>
                  <a:pt x="420" y="394"/>
                </a:lnTo>
                <a:lnTo>
                  <a:pt x="415" y="417"/>
                </a:lnTo>
                <a:lnTo>
                  <a:pt x="412" y="441"/>
                </a:lnTo>
                <a:lnTo>
                  <a:pt x="408" y="466"/>
                </a:lnTo>
                <a:lnTo>
                  <a:pt x="406" y="490"/>
                </a:lnTo>
                <a:lnTo>
                  <a:pt x="404" y="515"/>
                </a:lnTo>
                <a:lnTo>
                  <a:pt x="403" y="540"/>
                </a:lnTo>
                <a:lnTo>
                  <a:pt x="403" y="564"/>
                </a:lnTo>
                <a:lnTo>
                  <a:pt x="403" y="587"/>
                </a:lnTo>
                <a:lnTo>
                  <a:pt x="229" y="587"/>
                </a:lnTo>
                <a:lnTo>
                  <a:pt x="229" y="571"/>
                </a:lnTo>
                <a:lnTo>
                  <a:pt x="229" y="571"/>
                </a:lnTo>
                <a:lnTo>
                  <a:pt x="229" y="549"/>
                </a:lnTo>
                <a:lnTo>
                  <a:pt x="232" y="527"/>
                </a:lnTo>
                <a:lnTo>
                  <a:pt x="236" y="504"/>
                </a:lnTo>
                <a:lnTo>
                  <a:pt x="242" y="481"/>
                </a:lnTo>
                <a:lnTo>
                  <a:pt x="248" y="458"/>
                </a:lnTo>
                <a:lnTo>
                  <a:pt x="255" y="436"/>
                </a:lnTo>
                <a:lnTo>
                  <a:pt x="262" y="415"/>
                </a:lnTo>
                <a:lnTo>
                  <a:pt x="270" y="394"/>
                </a:lnTo>
                <a:lnTo>
                  <a:pt x="420" y="394"/>
                </a:lnTo>
                <a:close/>
                <a:moveTo>
                  <a:pt x="403" y="625"/>
                </a:moveTo>
                <a:lnTo>
                  <a:pt x="403" y="625"/>
                </a:lnTo>
                <a:lnTo>
                  <a:pt x="403" y="646"/>
                </a:lnTo>
                <a:lnTo>
                  <a:pt x="404" y="669"/>
                </a:lnTo>
                <a:lnTo>
                  <a:pt x="406" y="692"/>
                </a:lnTo>
                <a:lnTo>
                  <a:pt x="409" y="715"/>
                </a:lnTo>
                <a:lnTo>
                  <a:pt x="413" y="738"/>
                </a:lnTo>
                <a:lnTo>
                  <a:pt x="418" y="761"/>
                </a:lnTo>
                <a:lnTo>
                  <a:pt x="427" y="804"/>
                </a:lnTo>
                <a:lnTo>
                  <a:pt x="281" y="804"/>
                </a:lnTo>
                <a:lnTo>
                  <a:pt x="281" y="804"/>
                </a:lnTo>
                <a:lnTo>
                  <a:pt x="271" y="783"/>
                </a:lnTo>
                <a:lnTo>
                  <a:pt x="262" y="762"/>
                </a:lnTo>
                <a:lnTo>
                  <a:pt x="254" y="740"/>
                </a:lnTo>
                <a:lnTo>
                  <a:pt x="247" y="717"/>
                </a:lnTo>
                <a:lnTo>
                  <a:pt x="241" y="694"/>
                </a:lnTo>
                <a:lnTo>
                  <a:pt x="236" y="671"/>
                </a:lnTo>
                <a:lnTo>
                  <a:pt x="233" y="648"/>
                </a:lnTo>
                <a:lnTo>
                  <a:pt x="230" y="625"/>
                </a:lnTo>
                <a:lnTo>
                  <a:pt x="403" y="625"/>
                </a:lnTo>
                <a:close/>
                <a:moveTo>
                  <a:pt x="643" y="1206"/>
                </a:moveTo>
                <a:lnTo>
                  <a:pt x="643" y="1206"/>
                </a:lnTo>
                <a:lnTo>
                  <a:pt x="666" y="1188"/>
                </a:lnTo>
                <a:lnTo>
                  <a:pt x="688" y="1168"/>
                </a:lnTo>
                <a:lnTo>
                  <a:pt x="710" y="1148"/>
                </a:lnTo>
                <a:lnTo>
                  <a:pt x="732" y="1128"/>
                </a:lnTo>
                <a:lnTo>
                  <a:pt x="753" y="1106"/>
                </a:lnTo>
                <a:lnTo>
                  <a:pt x="774" y="1085"/>
                </a:lnTo>
                <a:lnTo>
                  <a:pt x="795" y="1062"/>
                </a:lnTo>
                <a:lnTo>
                  <a:pt x="815" y="1039"/>
                </a:lnTo>
                <a:lnTo>
                  <a:pt x="835" y="1016"/>
                </a:lnTo>
                <a:lnTo>
                  <a:pt x="854" y="992"/>
                </a:lnTo>
                <a:lnTo>
                  <a:pt x="872" y="968"/>
                </a:lnTo>
                <a:lnTo>
                  <a:pt x="889" y="943"/>
                </a:lnTo>
                <a:lnTo>
                  <a:pt x="906" y="919"/>
                </a:lnTo>
                <a:lnTo>
                  <a:pt x="923" y="892"/>
                </a:lnTo>
                <a:lnTo>
                  <a:pt x="937" y="867"/>
                </a:lnTo>
                <a:lnTo>
                  <a:pt x="951" y="841"/>
                </a:lnTo>
                <a:lnTo>
                  <a:pt x="1160" y="841"/>
                </a:lnTo>
                <a:lnTo>
                  <a:pt x="1160" y="841"/>
                </a:lnTo>
                <a:lnTo>
                  <a:pt x="1151" y="860"/>
                </a:lnTo>
                <a:lnTo>
                  <a:pt x="1142" y="879"/>
                </a:lnTo>
                <a:lnTo>
                  <a:pt x="1132" y="898"/>
                </a:lnTo>
                <a:lnTo>
                  <a:pt x="1121" y="917"/>
                </a:lnTo>
                <a:lnTo>
                  <a:pt x="1110" y="934"/>
                </a:lnTo>
                <a:lnTo>
                  <a:pt x="1098" y="951"/>
                </a:lnTo>
                <a:lnTo>
                  <a:pt x="1086" y="968"/>
                </a:lnTo>
                <a:lnTo>
                  <a:pt x="1073" y="984"/>
                </a:lnTo>
                <a:lnTo>
                  <a:pt x="1060" y="1000"/>
                </a:lnTo>
                <a:lnTo>
                  <a:pt x="1046" y="1015"/>
                </a:lnTo>
                <a:lnTo>
                  <a:pt x="1032" y="1030"/>
                </a:lnTo>
                <a:lnTo>
                  <a:pt x="1017" y="1044"/>
                </a:lnTo>
                <a:lnTo>
                  <a:pt x="1001" y="1058"/>
                </a:lnTo>
                <a:lnTo>
                  <a:pt x="986" y="1072"/>
                </a:lnTo>
                <a:lnTo>
                  <a:pt x="970" y="1084"/>
                </a:lnTo>
                <a:lnTo>
                  <a:pt x="953" y="1096"/>
                </a:lnTo>
                <a:lnTo>
                  <a:pt x="936" y="1108"/>
                </a:lnTo>
                <a:lnTo>
                  <a:pt x="919" y="1119"/>
                </a:lnTo>
                <a:lnTo>
                  <a:pt x="900" y="1130"/>
                </a:lnTo>
                <a:lnTo>
                  <a:pt x="882" y="1139"/>
                </a:lnTo>
                <a:lnTo>
                  <a:pt x="864" y="1149"/>
                </a:lnTo>
                <a:lnTo>
                  <a:pt x="845" y="1157"/>
                </a:lnTo>
                <a:lnTo>
                  <a:pt x="826" y="1165"/>
                </a:lnTo>
                <a:lnTo>
                  <a:pt x="806" y="1173"/>
                </a:lnTo>
                <a:lnTo>
                  <a:pt x="787" y="1179"/>
                </a:lnTo>
                <a:lnTo>
                  <a:pt x="767" y="1185"/>
                </a:lnTo>
                <a:lnTo>
                  <a:pt x="747" y="1191"/>
                </a:lnTo>
                <a:lnTo>
                  <a:pt x="727" y="1195"/>
                </a:lnTo>
                <a:lnTo>
                  <a:pt x="706" y="1199"/>
                </a:lnTo>
                <a:lnTo>
                  <a:pt x="685" y="1202"/>
                </a:lnTo>
                <a:lnTo>
                  <a:pt x="664" y="1205"/>
                </a:lnTo>
                <a:lnTo>
                  <a:pt x="643" y="1206"/>
                </a:lnTo>
                <a:lnTo>
                  <a:pt x="643" y="1206"/>
                </a:lnTo>
                <a:close/>
                <a:moveTo>
                  <a:pt x="968" y="804"/>
                </a:moveTo>
                <a:lnTo>
                  <a:pt x="968" y="804"/>
                </a:lnTo>
                <a:lnTo>
                  <a:pt x="985" y="757"/>
                </a:lnTo>
                <a:lnTo>
                  <a:pt x="991" y="736"/>
                </a:lnTo>
                <a:lnTo>
                  <a:pt x="997" y="716"/>
                </a:lnTo>
                <a:lnTo>
                  <a:pt x="1002" y="696"/>
                </a:lnTo>
                <a:lnTo>
                  <a:pt x="1006" y="674"/>
                </a:lnTo>
                <a:lnTo>
                  <a:pt x="1015" y="625"/>
                </a:lnTo>
                <a:lnTo>
                  <a:pt x="1209" y="625"/>
                </a:lnTo>
                <a:lnTo>
                  <a:pt x="1209" y="625"/>
                </a:lnTo>
                <a:lnTo>
                  <a:pt x="1208" y="648"/>
                </a:lnTo>
                <a:lnTo>
                  <a:pt x="1206" y="671"/>
                </a:lnTo>
                <a:lnTo>
                  <a:pt x="1203" y="693"/>
                </a:lnTo>
                <a:lnTo>
                  <a:pt x="1199" y="716"/>
                </a:lnTo>
                <a:lnTo>
                  <a:pt x="1194" y="738"/>
                </a:lnTo>
                <a:lnTo>
                  <a:pt x="1188" y="760"/>
                </a:lnTo>
                <a:lnTo>
                  <a:pt x="1182" y="782"/>
                </a:lnTo>
                <a:lnTo>
                  <a:pt x="1175" y="804"/>
                </a:lnTo>
                <a:lnTo>
                  <a:pt x="968" y="804"/>
                </a:lnTo>
                <a:close/>
                <a:moveTo>
                  <a:pt x="1018" y="587"/>
                </a:moveTo>
                <a:lnTo>
                  <a:pt x="1018" y="587"/>
                </a:lnTo>
                <a:lnTo>
                  <a:pt x="1016" y="562"/>
                </a:lnTo>
                <a:lnTo>
                  <a:pt x="1014" y="538"/>
                </a:lnTo>
                <a:lnTo>
                  <a:pt x="1011" y="513"/>
                </a:lnTo>
                <a:lnTo>
                  <a:pt x="1007" y="489"/>
                </a:lnTo>
                <a:lnTo>
                  <a:pt x="1002" y="466"/>
                </a:lnTo>
                <a:lnTo>
                  <a:pt x="997" y="442"/>
                </a:lnTo>
                <a:lnTo>
                  <a:pt x="990" y="418"/>
                </a:lnTo>
                <a:lnTo>
                  <a:pt x="981" y="394"/>
                </a:lnTo>
                <a:lnTo>
                  <a:pt x="1173" y="394"/>
                </a:lnTo>
                <a:lnTo>
                  <a:pt x="1173" y="394"/>
                </a:lnTo>
                <a:lnTo>
                  <a:pt x="1186" y="442"/>
                </a:lnTo>
                <a:lnTo>
                  <a:pt x="1192" y="466"/>
                </a:lnTo>
                <a:lnTo>
                  <a:pt x="1197" y="490"/>
                </a:lnTo>
                <a:lnTo>
                  <a:pt x="1201" y="513"/>
                </a:lnTo>
                <a:lnTo>
                  <a:pt x="1205" y="537"/>
                </a:lnTo>
                <a:lnTo>
                  <a:pt x="1208" y="562"/>
                </a:lnTo>
                <a:lnTo>
                  <a:pt x="1209" y="587"/>
                </a:lnTo>
                <a:lnTo>
                  <a:pt x="1018" y="587"/>
                </a:lnTo>
                <a:close/>
                <a:moveTo>
                  <a:pt x="965" y="357"/>
                </a:moveTo>
                <a:lnTo>
                  <a:pt x="965" y="357"/>
                </a:lnTo>
                <a:lnTo>
                  <a:pt x="951" y="329"/>
                </a:lnTo>
                <a:lnTo>
                  <a:pt x="936" y="302"/>
                </a:lnTo>
                <a:lnTo>
                  <a:pt x="920" y="276"/>
                </a:lnTo>
                <a:lnTo>
                  <a:pt x="902" y="251"/>
                </a:lnTo>
                <a:lnTo>
                  <a:pt x="884" y="227"/>
                </a:lnTo>
                <a:lnTo>
                  <a:pt x="865" y="203"/>
                </a:lnTo>
                <a:lnTo>
                  <a:pt x="846" y="181"/>
                </a:lnTo>
                <a:lnTo>
                  <a:pt x="826" y="159"/>
                </a:lnTo>
                <a:lnTo>
                  <a:pt x="805" y="137"/>
                </a:lnTo>
                <a:lnTo>
                  <a:pt x="784" y="116"/>
                </a:lnTo>
                <a:lnTo>
                  <a:pt x="762" y="96"/>
                </a:lnTo>
                <a:lnTo>
                  <a:pt x="739" y="76"/>
                </a:lnTo>
                <a:lnTo>
                  <a:pt x="693" y="37"/>
                </a:lnTo>
                <a:lnTo>
                  <a:pt x="645" y="0"/>
                </a:lnTo>
                <a:lnTo>
                  <a:pt x="645" y="0"/>
                </a:lnTo>
                <a:lnTo>
                  <a:pt x="665" y="2"/>
                </a:lnTo>
                <a:lnTo>
                  <a:pt x="685" y="4"/>
                </a:lnTo>
                <a:lnTo>
                  <a:pt x="706" y="8"/>
                </a:lnTo>
                <a:lnTo>
                  <a:pt x="726" y="12"/>
                </a:lnTo>
                <a:lnTo>
                  <a:pt x="745" y="16"/>
                </a:lnTo>
                <a:lnTo>
                  <a:pt x="765" y="22"/>
                </a:lnTo>
                <a:lnTo>
                  <a:pt x="785" y="28"/>
                </a:lnTo>
                <a:lnTo>
                  <a:pt x="804" y="34"/>
                </a:lnTo>
                <a:lnTo>
                  <a:pt x="823" y="42"/>
                </a:lnTo>
                <a:lnTo>
                  <a:pt x="842" y="50"/>
                </a:lnTo>
                <a:lnTo>
                  <a:pt x="860" y="58"/>
                </a:lnTo>
                <a:lnTo>
                  <a:pt x="878" y="67"/>
                </a:lnTo>
                <a:lnTo>
                  <a:pt x="896" y="77"/>
                </a:lnTo>
                <a:lnTo>
                  <a:pt x="915" y="87"/>
                </a:lnTo>
                <a:lnTo>
                  <a:pt x="932" y="98"/>
                </a:lnTo>
                <a:lnTo>
                  <a:pt x="949" y="109"/>
                </a:lnTo>
                <a:lnTo>
                  <a:pt x="966" y="121"/>
                </a:lnTo>
                <a:lnTo>
                  <a:pt x="982" y="133"/>
                </a:lnTo>
                <a:lnTo>
                  <a:pt x="998" y="146"/>
                </a:lnTo>
                <a:lnTo>
                  <a:pt x="1013" y="160"/>
                </a:lnTo>
                <a:lnTo>
                  <a:pt x="1028" y="174"/>
                </a:lnTo>
                <a:lnTo>
                  <a:pt x="1042" y="188"/>
                </a:lnTo>
                <a:lnTo>
                  <a:pt x="1056" y="203"/>
                </a:lnTo>
                <a:lnTo>
                  <a:pt x="1070" y="218"/>
                </a:lnTo>
                <a:lnTo>
                  <a:pt x="1082" y="234"/>
                </a:lnTo>
                <a:lnTo>
                  <a:pt x="1095" y="250"/>
                </a:lnTo>
                <a:lnTo>
                  <a:pt x="1107" y="267"/>
                </a:lnTo>
                <a:lnTo>
                  <a:pt x="1118" y="284"/>
                </a:lnTo>
                <a:lnTo>
                  <a:pt x="1129" y="302"/>
                </a:lnTo>
                <a:lnTo>
                  <a:pt x="1139" y="320"/>
                </a:lnTo>
                <a:lnTo>
                  <a:pt x="1148" y="338"/>
                </a:lnTo>
                <a:lnTo>
                  <a:pt x="1157" y="357"/>
                </a:lnTo>
                <a:lnTo>
                  <a:pt x="965" y="357"/>
                </a:lnTo>
                <a:close/>
                <a:moveTo>
                  <a:pt x="624" y="58"/>
                </a:moveTo>
                <a:lnTo>
                  <a:pt x="624" y="58"/>
                </a:lnTo>
                <a:lnTo>
                  <a:pt x="647" y="96"/>
                </a:lnTo>
                <a:lnTo>
                  <a:pt x="667" y="132"/>
                </a:lnTo>
                <a:lnTo>
                  <a:pt x="684" y="167"/>
                </a:lnTo>
                <a:lnTo>
                  <a:pt x="699" y="201"/>
                </a:lnTo>
                <a:lnTo>
                  <a:pt x="712" y="236"/>
                </a:lnTo>
                <a:lnTo>
                  <a:pt x="724" y="273"/>
                </a:lnTo>
                <a:lnTo>
                  <a:pt x="736" y="314"/>
                </a:lnTo>
                <a:lnTo>
                  <a:pt x="746" y="357"/>
                </a:lnTo>
                <a:lnTo>
                  <a:pt x="624" y="357"/>
                </a:lnTo>
                <a:lnTo>
                  <a:pt x="624" y="58"/>
                </a:lnTo>
                <a:close/>
                <a:moveTo>
                  <a:pt x="754" y="394"/>
                </a:moveTo>
                <a:lnTo>
                  <a:pt x="754" y="394"/>
                </a:lnTo>
                <a:lnTo>
                  <a:pt x="762" y="449"/>
                </a:lnTo>
                <a:lnTo>
                  <a:pt x="765" y="476"/>
                </a:lnTo>
                <a:lnTo>
                  <a:pt x="767" y="504"/>
                </a:lnTo>
                <a:lnTo>
                  <a:pt x="767" y="504"/>
                </a:lnTo>
                <a:lnTo>
                  <a:pt x="768" y="525"/>
                </a:lnTo>
                <a:lnTo>
                  <a:pt x="769" y="546"/>
                </a:lnTo>
                <a:lnTo>
                  <a:pt x="769" y="566"/>
                </a:lnTo>
                <a:lnTo>
                  <a:pt x="770" y="587"/>
                </a:lnTo>
                <a:lnTo>
                  <a:pt x="624" y="587"/>
                </a:lnTo>
                <a:lnTo>
                  <a:pt x="624" y="394"/>
                </a:lnTo>
                <a:lnTo>
                  <a:pt x="754" y="394"/>
                </a:lnTo>
                <a:close/>
                <a:moveTo>
                  <a:pt x="770" y="625"/>
                </a:moveTo>
                <a:lnTo>
                  <a:pt x="770" y="625"/>
                </a:lnTo>
                <a:lnTo>
                  <a:pt x="769" y="647"/>
                </a:lnTo>
                <a:lnTo>
                  <a:pt x="768" y="670"/>
                </a:lnTo>
                <a:lnTo>
                  <a:pt x="765" y="693"/>
                </a:lnTo>
                <a:lnTo>
                  <a:pt x="762" y="715"/>
                </a:lnTo>
                <a:lnTo>
                  <a:pt x="754" y="760"/>
                </a:lnTo>
                <a:lnTo>
                  <a:pt x="745" y="804"/>
                </a:lnTo>
                <a:lnTo>
                  <a:pt x="624" y="804"/>
                </a:lnTo>
                <a:lnTo>
                  <a:pt x="624" y="625"/>
                </a:lnTo>
                <a:lnTo>
                  <a:pt x="770" y="625"/>
                </a:lnTo>
                <a:close/>
                <a:moveTo>
                  <a:pt x="736" y="841"/>
                </a:moveTo>
                <a:lnTo>
                  <a:pt x="736" y="841"/>
                </a:lnTo>
                <a:lnTo>
                  <a:pt x="712" y="918"/>
                </a:lnTo>
                <a:lnTo>
                  <a:pt x="699" y="955"/>
                </a:lnTo>
                <a:lnTo>
                  <a:pt x="686" y="992"/>
                </a:lnTo>
                <a:lnTo>
                  <a:pt x="672" y="1029"/>
                </a:lnTo>
                <a:lnTo>
                  <a:pt x="657" y="1065"/>
                </a:lnTo>
                <a:lnTo>
                  <a:pt x="641" y="1101"/>
                </a:lnTo>
                <a:lnTo>
                  <a:pt x="624" y="1138"/>
                </a:lnTo>
                <a:lnTo>
                  <a:pt x="624" y="841"/>
                </a:lnTo>
                <a:lnTo>
                  <a:pt x="736" y="841"/>
                </a:lnTo>
                <a:close/>
                <a:moveTo>
                  <a:pt x="784" y="357"/>
                </a:moveTo>
                <a:lnTo>
                  <a:pt x="784" y="357"/>
                </a:lnTo>
                <a:lnTo>
                  <a:pt x="775" y="318"/>
                </a:lnTo>
                <a:lnTo>
                  <a:pt x="765" y="279"/>
                </a:lnTo>
                <a:lnTo>
                  <a:pt x="754" y="241"/>
                </a:lnTo>
                <a:lnTo>
                  <a:pt x="741" y="204"/>
                </a:lnTo>
                <a:lnTo>
                  <a:pt x="726" y="167"/>
                </a:lnTo>
                <a:lnTo>
                  <a:pt x="718" y="149"/>
                </a:lnTo>
                <a:lnTo>
                  <a:pt x="709" y="132"/>
                </a:lnTo>
                <a:lnTo>
                  <a:pt x="700" y="114"/>
                </a:lnTo>
                <a:lnTo>
                  <a:pt x="690" y="97"/>
                </a:lnTo>
                <a:lnTo>
                  <a:pt x="680" y="81"/>
                </a:lnTo>
                <a:lnTo>
                  <a:pt x="669" y="65"/>
                </a:lnTo>
                <a:lnTo>
                  <a:pt x="669" y="65"/>
                </a:lnTo>
                <a:lnTo>
                  <a:pt x="688" y="80"/>
                </a:lnTo>
                <a:lnTo>
                  <a:pt x="708" y="95"/>
                </a:lnTo>
                <a:lnTo>
                  <a:pt x="726" y="111"/>
                </a:lnTo>
                <a:lnTo>
                  <a:pt x="744" y="127"/>
                </a:lnTo>
                <a:lnTo>
                  <a:pt x="762" y="144"/>
                </a:lnTo>
                <a:lnTo>
                  <a:pt x="779" y="161"/>
                </a:lnTo>
                <a:lnTo>
                  <a:pt x="795" y="178"/>
                </a:lnTo>
                <a:lnTo>
                  <a:pt x="811" y="196"/>
                </a:lnTo>
                <a:lnTo>
                  <a:pt x="827" y="214"/>
                </a:lnTo>
                <a:lnTo>
                  <a:pt x="842" y="233"/>
                </a:lnTo>
                <a:lnTo>
                  <a:pt x="856" y="252"/>
                </a:lnTo>
                <a:lnTo>
                  <a:pt x="870" y="272"/>
                </a:lnTo>
                <a:lnTo>
                  <a:pt x="884" y="292"/>
                </a:lnTo>
                <a:lnTo>
                  <a:pt x="897" y="313"/>
                </a:lnTo>
                <a:lnTo>
                  <a:pt x="910" y="335"/>
                </a:lnTo>
                <a:lnTo>
                  <a:pt x="923" y="357"/>
                </a:lnTo>
                <a:lnTo>
                  <a:pt x="784" y="357"/>
                </a:lnTo>
                <a:close/>
                <a:moveTo>
                  <a:pt x="790" y="394"/>
                </a:moveTo>
                <a:lnTo>
                  <a:pt x="790" y="394"/>
                </a:lnTo>
                <a:lnTo>
                  <a:pt x="797" y="443"/>
                </a:lnTo>
                <a:lnTo>
                  <a:pt x="801" y="491"/>
                </a:lnTo>
                <a:lnTo>
                  <a:pt x="805" y="539"/>
                </a:lnTo>
                <a:lnTo>
                  <a:pt x="807" y="587"/>
                </a:lnTo>
                <a:lnTo>
                  <a:pt x="982" y="587"/>
                </a:lnTo>
                <a:lnTo>
                  <a:pt x="982" y="587"/>
                </a:lnTo>
                <a:lnTo>
                  <a:pt x="981" y="561"/>
                </a:lnTo>
                <a:lnTo>
                  <a:pt x="978" y="536"/>
                </a:lnTo>
                <a:lnTo>
                  <a:pt x="974" y="512"/>
                </a:lnTo>
                <a:lnTo>
                  <a:pt x="969" y="489"/>
                </a:lnTo>
                <a:lnTo>
                  <a:pt x="963" y="466"/>
                </a:lnTo>
                <a:lnTo>
                  <a:pt x="956" y="443"/>
                </a:lnTo>
                <a:lnTo>
                  <a:pt x="940" y="394"/>
                </a:lnTo>
                <a:lnTo>
                  <a:pt x="790" y="394"/>
                </a:lnTo>
                <a:close/>
                <a:moveTo>
                  <a:pt x="807" y="625"/>
                </a:moveTo>
                <a:lnTo>
                  <a:pt x="807" y="625"/>
                </a:lnTo>
                <a:lnTo>
                  <a:pt x="806" y="648"/>
                </a:lnTo>
                <a:lnTo>
                  <a:pt x="804" y="670"/>
                </a:lnTo>
                <a:lnTo>
                  <a:pt x="801" y="693"/>
                </a:lnTo>
                <a:lnTo>
                  <a:pt x="798" y="715"/>
                </a:lnTo>
                <a:lnTo>
                  <a:pt x="791" y="759"/>
                </a:lnTo>
                <a:lnTo>
                  <a:pt x="784" y="804"/>
                </a:lnTo>
                <a:lnTo>
                  <a:pt x="930" y="804"/>
                </a:lnTo>
                <a:lnTo>
                  <a:pt x="930" y="804"/>
                </a:lnTo>
                <a:lnTo>
                  <a:pt x="939" y="781"/>
                </a:lnTo>
                <a:lnTo>
                  <a:pt x="948" y="759"/>
                </a:lnTo>
                <a:lnTo>
                  <a:pt x="955" y="737"/>
                </a:lnTo>
                <a:lnTo>
                  <a:pt x="961" y="716"/>
                </a:lnTo>
                <a:lnTo>
                  <a:pt x="967" y="695"/>
                </a:lnTo>
                <a:lnTo>
                  <a:pt x="972" y="672"/>
                </a:lnTo>
                <a:lnTo>
                  <a:pt x="980" y="625"/>
                </a:lnTo>
                <a:lnTo>
                  <a:pt x="807" y="625"/>
                </a:lnTo>
                <a:close/>
                <a:moveTo>
                  <a:pt x="774" y="841"/>
                </a:moveTo>
                <a:lnTo>
                  <a:pt x="774" y="841"/>
                </a:lnTo>
                <a:lnTo>
                  <a:pt x="763" y="881"/>
                </a:lnTo>
                <a:lnTo>
                  <a:pt x="751" y="921"/>
                </a:lnTo>
                <a:lnTo>
                  <a:pt x="738" y="960"/>
                </a:lnTo>
                <a:lnTo>
                  <a:pt x="723" y="998"/>
                </a:lnTo>
                <a:lnTo>
                  <a:pt x="708" y="1035"/>
                </a:lnTo>
                <a:lnTo>
                  <a:pt x="691" y="1073"/>
                </a:lnTo>
                <a:lnTo>
                  <a:pt x="674" y="1110"/>
                </a:lnTo>
                <a:lnTo>
                  <a:pt x="656" y="1147"/>
                </a:lnTo>
                <a:lnTo>
                  <a:pt x="656" y="1147"/>
                </a:lnTo>
                <a:lnTo>
                  <a:pt x="693" y="1114"/>
                </a:lnTo>
                <a:lnTo>
                  <a:pt x="729" y="1079"/>
                </a:lnTo>
                <a:lnTo>
                  <a:pt x="764" y="1043"/>
                </a:lnTo>
                <a:lnTo>
                  <a:pt x="796" y="1006"/>
                </a:lnTo>
                <a:lnTo>
                  <a:pt x="827" y="967"/>
                </a:lnTo>
                <a:lnTo>
                  <a:pt x="857" y="926"/>
                </a:lnTo>
                <a:lnTo>
                  <a:pt x="884" y="884"/>
                </a:lnTo>
                <a:lnTo>
                  <a:pt x="910" y="841"/>
                </a:lnTo>
                <a:lnTo>
                  <a:pt x="774" y="841"/>
                </a:lnTo>
                <a:close/>
                <a:moveTo>
                  <a:pt x="436" y="841"/>
                </a:moveTo>
                <a:lnTo>
                  <a:pt x="436" y="841"/>
                </a:lnTo>
                <a:lnTo>
                  <a:pt x="446" y="880"/>
                </a:lnTo>
                <a:lnTo>
                  <a:pt x="457" y="920"/>
                </a:lnTo>
                <a:lnTo>
                  <a:pt x="470" y="959"/>
                </a:lnTo>
                <a:lnTo>
                  <a:pt x="484" y="998"/>
                </a:lnTo>
                <a:lnTo>
                  <a:pt x="500" y="1037"/>
                </a:lnTo>
                <a:lnTo>
                  <a:pt x="517" y="1075"/>
                </a:lnTo>
                <a:lnTo>
                  <a:pt x="535" y="1112"/>
                </a:lnTo>
                <a:lnTo>
                  <a:pt x="554" y="1147"/>
                </a:lnTo>
                <a:lnTo>
                  <a:pt x="554" y="1147"/>
                </a:lnTo>
                <a:lnTo>
                  <a:pt x="536" y="1132"/>
                </a:lnTo>
                <a:lnTo>
                  <a:pt x="518" y="1117"/>
                </a:lnTo>
                <a:lnTo>
                  <a:pt x="500" y="1100"/>
                </a:lnTo>
                <a:lnTo>
                  <a:pt x="482" y="1083"/>
                </a:lnTo>
                <a:lnTo>
                  <a:pt x="464" y="1064"/>
                </a:lnTo>
                <a:lnTo>
                  <a:pt x="447" y="1045"/>
                </a:lnTo>
                <a:lnTo>
                  <a:pt x="413" y="1006"/>
                </a:lnTo>
                <a:lnTo>
                  <a:pt x="381" y="965"/>
                </a:lnTo>
                <a:lnTo>
                  <a:pt x="351" y="924"/>
                </a:lnTo>
                <a:lnTo>
                  <a:pt x="337" y="902"/>
                </a:lnTo>
                <a:lnTo>
                  <a:pt x="324" y="882"/>
                </a:lnTo>
                <a:lnTo>
                  <a:pt x="312" y="861"/>
                </a:lnTo>
                <a:lnTo>
                  <a:pt x="300" y="841"/>
                </a:lnTo>
                <a:lnTo>
                  <a:pt x="436" y="841"/>
                </a:lnTo>
                <a:close/>
              </a:path>
            </a:pathLst>
          </a:custGeom>
          <a:solidFill>
            <a:schemeClr val="bg1">
              <a:lumMod val="95000"/>
              <a:alpha val="34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350"/>
          </a:p>
        </p:txBody>
      </p:sp>
      <p:sp>
        <p:nvSpPr>
          <p:cNvPr id="31" name="Freeform 33"/>
          <p:cNvSpPr>
            <a:spLocks noEditPoints="1"/>
          </p:cNvSpPr>
          <p:nvPr userDrawn="1"/>
        </p:nvSpPr>
        <p:spPr bwMode="auto">
          <a:xfrm>
            <a:off x="6287358" y="5846745"/>
            <a:ext cx="1022803" cy="765197"/>
          </a:xfrm>
          <a:custGeom>
            <a:avLst/>
            <a:gdLst>
              <a:gd name="T0" fmla="*/ 415 w 1209"/>
              <a:gd name="T1" fmla="*/ 1063 h 1206"/>
              <a:gd name="T2" fmla="*/ 260 w 1209"/>
              <a:gd name="T3" fmla="*/ 841 h 1206"/>
              <a:gd name="T4" fmla="*/ 122 w 1209"/>
              <a:gd name="T5" fmla="*/ 968 h 1206"/>
              <a:gd name="T6" fmla="*/ 256 w 1209"/>
              <a:gd name="T7" fmla="*/ 1098 h 1206"/>
              <a:gd name="T8" fmla="*/ 424 w 1209"/>
              <a:gd name="T9" fmla="*/ 1181 h 1206"/>
              <a:gd name="T10" fmla="*/ 242 w 1209"/>
              <a:gd name="T11" fmla="*/ 804 h 1206"/>
              <a:gd name="T12" fmla="*/ 0 w 1209"/>
              <a:gd name="T13" fmla="*/ 625 h 1206"/>
              <a:gd name="T14" fmla="*/ 27 w 1209"/>
              <a:gd name="T15" fmla="*/ 787 h 1206"/>
              <a:gd name="T16" fmla="*/ 207 w 1209"/>
              <a:gd name="T17" fmla="*/ 464 h 1206"/>
              <a:gd name="T18" fmla="*/ 9 w 1209"/>
              <a:gd name="T19" fmla="*/ 489 h 1206"/>
              <a:gd name="T20" fmla="*/ 449 w 1209"/>
              <a:gd name="T21" fmla="*/ 433 h 1206"/>
              <a:gd name="T22" fmla="*/ 440 w 1209"/>
              <a:gd name="T23" fmla="*/ 640 h 1206"/>
              <a:gd name="T24" fmla="*/ 587 w 1209"/>
              <a:gd name="T25" fmla="*/ 804 h 1206"/>
              <a:gd name="T26" fmla="*/ 536 w 1209"/>
              <a:gd name="T27" fmla="*/ 1030 h 1206"/>
              <a:gd name="T28" fmla="*/ 61 w 1209"/>
              <a:gd name="T29" fmla="*/ 338 h 1206"/>
              <a:gd name="T30" fmla="*/ 166 w 1209"/>
              <a:gd name="T31" fmla="*/ 186 h 1206"/>
              <a:gd name="T32" fmla="*/ 312 w 1209"/>
              <a:gd name="T33" fmla="*/ 74 h 1206"/>
              <a:gd name="T34" fmla="*/ 485 w 1209"/>
              <a:gd name="T35" fmla="*/ 11 h 1206"/>
              <a:gd name="T36" fmla="*/ 449 w 1209"/>
              <a:gd name="T37" fmla="*/ 94 h 1206"/>
              <a:gd name="T38" fmla="*/ 273 w 1209"/>
              <a:gd name="T39" fmla="*/ 303 h 1206"/>
              <a:gd name="T40" fmla="*/ 545 w 1209"/>
              <a:gd name="T41" fmla="*/ 129 h 1206"/>
              <a:gd name="T42" fmla="*/ 427 w 1209"/>
              <a:gd name="T43" fmla="*/ 357 h 1206"/>
              <a:gd name="T44" fmla="*/ 521 w 1209"/>
              <a:gd name="T45" fmla="*/ 94 h 1206"/>
              <a:gd name="T46" fmla="*/ 432 w 1209"/>
              <a:gd name="T47" fmla="*/ 159 h 1206"/>
              <a:gd name="T48" fmla="*/ 299 w 1209"/>
              <a:gd name="T49" fmla="*/ 336 h 1206"/>
              <a:gd name="T50" fmla="*/ 404 w 1209"/>
              <a:gd name="T51" fmla="*/ 515 h 1206"/>
              <a:gd name="T52" fmla="*/ 236 w 1209"/>
              <a:gd name="T53" fmla="*/ 504 h 1206"/>
              <a:gd name="T54" fmla="*/ 403 w 1209"/>
              <a:gd name="T55" fmla="*/ 646 h 1206"/>
              <a:gd name="T56" fmla="*/ 271 w 1209"/>
              <a:gd name="T57" fmla="*/ 783 h 1206"/>
              <a:gd name="T58" fmla="*/ 643 w 1209"/>
              <a:gd name="T59" fmla="*/ 1206 h 1206"/>
              <a:gd name="T60" fmla="*/ 815 w 1209"/>
              <a:gd name="T61" fmla="*/ 1039 h 1206"/>
              <a:gd name="T62" fmla="*/ 1160 w 1209"/>
              <a:gd name="T63" fmla="*/ 841 h 1206"/>
              <a:gd name="T64" fmla="*/ 1073 w 1209"/>
              <a:gd name="T65" fmla="*/ 984 h 1206"/>
              <a:gd name="T66" fmla="*/ 936 w 1209"/>
              <a:gd name="T67" fmla="*/ 1108 h 1206"/>
              <a:gd name="T68" fmla="*/ 767 w 1209"/>
              <a:gd name="T69" fmla="*/ 1185 h 1206"/>
              <a:gd name="T70" fmla="*/ 968 w 1209"/>
              <a:gd name="T71" fmla="*/ 804 h 1206"/>
              <a:gd name="T72" fmla="*/ 1208 w 1209"/>
              <a:gd name="T73" fmla="*/ 648 h 1206"/>
              <a:gd name="T74" fmla="*/ 1018 w 1209"/>
              <a:gd name="T75" fmla="*/ 587 h 1206"/>
              <a:gd name="T76" fmla="*/ 981 w 1209"/>
              <a:gd name="T77" fmla="*/ 394 h 1206"/>
              <a:gd name="T78" fmla="*/ 1209 w 1209"/>
              <a:gd name="T79" fmla="*/ 587 h 1206"/>
              <a:gd name="T80" fmla="*/ 865 w 1209"/>
              <a:gd name="T81" fmla="*/ 203 h 1206"/>
              <a:gd name="T82" fmla="*/ 645 w 1209"/>
              <a:gd name="T83" fmla="*/ 0 h 1206"/>
              <a:gd name="T84" fmla="*/ 823 w 1209"/>
              <a:gd name="T85" fmla="*/ 42 h 1206"/>
              <a:gd name="T86" fmla="*/ 982 w 1209"/>
              <a:gd name="T87" fmla="*/ 133 h 1206"/>
              <a:gd name="T88" fmla="*/ 1107 w 1209"/>
              <a:gd name="T89" fmla="*/ 267 h 1206"/>
              <a:gd name="T90" fmla="*/ 647 w 1209"/>
              <a:gd name="T91" fmla="*/ 96 h 1206"/>
              <a:gd name="T92" fmla="*/ 624 w 1209"/>
              <a:gd name="T93" fmla="*/ 58 h 1206"/>
              <a:gd name="T94" fmla="*/ 769 w 1209"/>
              <a:gd name="T95" fmla="*/ 566 h 1206"/>
              <a:gd name="T96" fmla="*/ 765 w 1209"/>
              <a:gd name="T97" fmla="*/ 693 h 1206"/>
              <a:gd name="T98" fmla="*/ 712 w 1209"/>
              <a:gd name="T99" fmla="*/ 918 h 1206"/>
              <a:gd name="T100" fmla="*/ 784 w 1209"/>
              <a:gd name="T101" fmla="*/ 357 h 1206"/>
              <a:gd name="T102" fmla="*/ 700 w 1209"/>
              <a:gd name="T103" fmla="*/ 114 h 1206"/>
              <a:gd name="T104" fmla="*/ 762 w 1209"/>
              <a:gd name="T105" fmla="*/ 144 h 1206"/>
              <a:gd name="T106" fmla="*/ 897 w 1209"/>
              <a:gd name="T107" fmla="*/ 313 h 1206"/>
              <a:gd name="T108" fmla="*/ 807 w 1209"/>
              <a:gd name="T109" fmla="*/ 587 h 1206"/>
              <a:gd name="T110" fmla="*/ 940 w 1209"/>
              <a:gd name="T111" fmla="*/ 394 h 1206"/>
              <a:gd name="T112" fmla="*/ 784 w 1209"/>
              <a:gd name="T113" fmla="*/ 804 h 1206"/>
              <a:gd name="T114" fmla="*/ 980 w 1209"/>
              <a:gd name="T115" fmla="*/ 625 h 1206"/>
              <a:gd name="T116" fmla="*/ 691 w 1209"/>
              <a:gd name="T117" fmla="*/ 1073 h 1206"/>
              <a:gd name="T118" fmla="*/ 857 w 1209"/>
              <a:gd name="T119" fmla="*/ 926 h 1206"/>
              <a:gd name="T120" fmla="*/ 484 w 1209"/>
              <a:gd name="T121" fmla="*/ 998 h 1206"/>
              <a:gd name="T122" fmla="*/ 482 w 1209"/>
              <a:gd name="T123" fmla="*/ 1083 h 1206"/>
              <a:gd name="T124" fmla="*/ 300 w 1209"/>
              <a:gd name="T125" fmla="*/ 841 h 1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209" h="1206">
                <a:moveTo>
                  <a:pt x="567" y="1206"/>
                </a:moveTo>
                <a:lnTo>
                  <a:pt x="567" y="1206"/>
                </a:lnTo>
                <a:lnTo>
                  <a:pt x="546" y="1189"/>
                </a:lnTo>
                <a:lnTo>
                  <a:pt x="524" y="1171"/>
                </a:lnTo>
                <a:lnTo>
                  <a:pt x="502" y="1151"/>
                </a:lnTo>
                <a:lnTo>
                  <a:pt x="480" y="1130"/>
                </a:lnTo>
                <a:lnTo>
                  <a:pt x="458" y="1109"/>
                </a:lnTo>
                <a:lnTo>
                  <a:pt x="436" y="1086"/>
                </a:lnTo>
                <a:lnTo>
                  <a:pt x="415" y="1063"/>
                </a:lnTo>
                <a:lnTo>
                  <a:pt x="395" y="1040"/>
                </a:lnTo>
                <a:lnTo>
                  <a:pt x="375" y="1016"/>
                </a:lnTo>
                <a:lnTo>
                  <a:pt x="356" y="991"/>
                </a:lnTo>
                <a:lnTo>
                  <a:pt x="337" y="966"/>
                </a:lnTo>
                <a:lnTo>
                  <a:pt x="320" y="941"/>
                </a:lnTo>
                <a:lnTo>
                  <a:pt x="303" y="916"/>
                </a:lnTo>
                <a:lnTo>
                  <a:pt x="287" y="890"/>
                </a:lnTo>
                <a:lnTo>
                  <a:pt x="273" y="866"/>
                </a:lnTo>
                <a:lnTo>
                  <a:pt x="260" y="841"/>
                </a:lnTo>
                <a:lnTo>
                  <a:pt x="49" y="841"/>
                </a:lnTo>
                <a:lnTo>
                  <a:pt x="49" y="841"/>
                </a:lnTo>
                <a:lnTo>
                  <a:pt x="57" y="860"/>
                </a:lnTo>
                <a:lnTo>
                  <a:pt x="66" y="879"/>
                </a:lnTo>
                <a:lnTo>
                  <a:pt x="76" y="897"/>
                </a:lnTo>
                <a:lnTo>
                  <a:pt x="87" y="916"/>
                </a:lnTo>
                <a:lnTo>
                  <a:pt x="98" y="934"/>
                </a:lnTo>
                <a:lnTo>
                  <a:pt x="110" y="951"/>
                </a:lnTo>
                <a:lnTo>
                  <a:pt x="122" y="968"/>
                </a:lnTo>
                <a:lnTo>
                  <a:pt x="135" y="984"/>
                </a:lnTo>
                <a:lnTo>
                  <a:pt x="148" y="1000"/>
                </a:lnTo>
                <a:lnTo>
                  <a:pt x="162" y="1016"/>
                </a:lnTo>
                <a:lnTo>
                  <a:pt x="177" y="1031"/>
                </a:lnTo>
                <a:lnTo>
                  <a:pt x="192" y="1045"/>
                </a:lnTo>
                <a:lnTo>
                  <a:pt x="207" y="1059"/>
                </a:lnTo>
                <a:lnTo>
                  <a:pt x="223" y="1073"/>
                </a:lnTo>
                <a:lnTo>
                  <a:pt x="239" y="1086"/>
                </a:lnTo>
                <a:lnTo>
                  <a:pt x="256" y="1098"/>
                </a:lnTo>
                <a:lnTo>
                  <a:pt x="273" y="1110"/>
                </a:lnTo>
                <a:lnTo>
                  <a:pt x="291" y="1121"/>
                </a:lnTo>
                <a:lnTo>
                  <a:pt x="310" y="1131"/>
                </a:lnTo>
                <a:lnTo>
                  <a:pt x="328" y="1141"/>
                </a:lnTo>
                <a:lnTo>
                  <a:pt x="346" y="1151"/>
                </a:lnTo>
                <a:lnTo>
                  <a:pt x="365" y="1159"/>
                </a:lnTo>
                <a:lnTo>
                  <a:pt x="385" y="1167"/>
                </a:lnTo>
                <a:lnTo>
                  <a:pt x="404" y="1175"/>
                </a:lnTo>
                <a:lnTo>
                  <a:pt x="424" y="1181"/>
                </a:lnTo>
                <a:lnTo>
                  <a:pt x="444" y="1187"/>
                </a:lnTo>
                <a:lnTo>
                  <a:pt x="464" y="1192"/>
                </a:lnTo>
                <a:lnTo>
                  <a:pt x="484" y="1197"/>
                </a:lnTo>
                <a:lnTo>
                  <a:pt x="505" y="1200"/>
                </a:lnTo>
                <a:lnTo>
                  <a:pt x="526" y="1203"/>
                </a:lnTo>
                <a:lnTo>
                  <a:pt x="546" y="1205"/>
                </a:lnTo>
                <a:lnTo>
                  <a:pt x="567" y="1206"/>
                </a:lnTo>
                <a:close/>
                <a:moveTo>
                  <a:pt x="242" y="804"/>
                </a:moveTo>
                <a:lnTo>
                  <a:pt x="242" y="804"/>
                </a:lnTo>
                <a:lnTo>
                  <a:pt x="233" y="782"/>
                </a:lnTo>
                <a:lnTo>
                  <a:pt x="225" y="760"/>
                </a:lnTo>
                <a:lnTo>
                  <a:pt x="218" y="739"/>
                </a:lnTo>
                <a:lnTo>
                  <a:pt x="211" y="717"/>
                </a:lnTo>
                <a:lnTo>
                  <a:pt x="206" y="694"/>
                </a:lnTo>
                <a:lnTo>
                  <a:pt x="202" y="672"/>
                </a:lnTo>
                <a:lnTo>
                  <a:pt x="198" y="649"/>
                </a:lnTo>
                <a:lnTo>
                  <a:pt x="195" y="625"/>
                </a:lnTo>
                <a:lnTo>
                  <a:pt x="0" y="625"/>
                </a:lnTo>
                <a:lnTo>
                  <a:pt x="0" y="641"/>
                </a:lnTo>
                <a:lnTo>
                  <a:pt x="0" y="641"/>
                </a:lnTo>
                <a:lnTo>
                  <a:pt x="1" y="660"/>
                </a:lnTo>
                <a:lnTo>
                  <a:pt x="3" y="680"/>
                </a:lnTo>
                <a:lnTo>
                  <a:pt x="6" y="702"/>
                </a:lnTo>
                <a:lnTo>
                  <a:pt x="10" y="724"/>
                </a:lnTo>
                <a:lnTo>
                  <a:pt x="15" y="746"/>
                </a:lnTo>
                <a:lnTo>
                  <a:pt x="21" y="767"/>
                </a:lnTo>
                <a:lnTo>
                  <a:pt x="27" y="787"/>
                </a:lnTo>
                <a:lnTo>
                  <a:pt x="34" y="804"/>
                </a:lnTo>
                <a:lnTo>
                  <a:pt x="242" y="804"/>
                </a:lnTo>
                <a:close/>
                <a:moveTo>
                  <a:pt x="193" y="587"/>
                </a:moveTo>
                <a:lnTo>
                  <a:pt x="193" y="587"/>
                </a:lnTo>
                <a:lnTo>
                  <a:pt x="193" y="564"/>
                </a:lnTo>
                <a:lnTo>
                  <a:pt x="195" y="540"/>
                </a:lnTo>
                <a:lnTo>
                  <a:pt x="197" y="514"/>
                </a:lnTo>
                <a:lnTo>
                  <a:pt x="201" y="489"/>
                </a:lnTo>
                <a:lnTo>
                  <a:pt x="207" y="464"/>
                </a:lnTo>
                <a:lnTo>
                  <a:pt x="213" y="439"/>
                </a:lnTo>
                <a:lnTo>
                  <a:pt x="221" y="416"/>
                </a:lnTo>
                <a:lnTo>
                  <a:pt x="229" y="394"/>
                </a:lnTo>
                <a:lnTo>
                  <a:pt x="36" y="394"/>
                </a:lnTo>
                <a:lnTo>
                  <a:pt x="36" y="394"/>
                </a:lnTo>
                <a:lnTo>
                  <a:pt x="29" y="417"/>
                </a:lnTo>
                <a:lnTo>
                  <a:pt x="22" y="441"/>
                </a:lnTo>
                <a:lnTo>
                  <a:pt x="15" y="465"/>
                </a:lnTo>
                <a:lnTo>
                  <a:pt x="9" y="489"/>
                </a:lnTo>
                <a:lnTo>
                  <a:pt x="5" y="514"/>
                </a:lnTo>
                <a:lnTo>
                  <a:pt x="2" y="539"/>
                </a:lnTo>
                <a:lnTo>
                  <a:pt x="0" y="563"/>
                </a:lnTo>
                <a:lnTo>
                  <a:pt x="0" y="587"/>
                </a:lnTo>
                <a:lnTo>
                  <a:pt x="193" y="587"/>
                </a:lnTo>
                <a:close/>
                <a:moveTo>
                  <a:pt x="456" y="394"/>
                </a:moveTo>
                <a:lnTo>
                  <a:pt x="456" y="394"/>
                </a:lnTo>
                <a:lnTo>
                  <a:pt x="452" y="413"/>
                </a:lnTo>
                <a:lnTo>
                  <a:pt x="449" y="433"/>
                </a:lnTo>
                <a:lnTo>
                  <a:pt x="444" y="473"/>
                </a:lnTo>
                <a:lnTo>
                  <a:pt x="441" y="514"/>
                </a:lnTo>
                <a:lnTo>
                  <a:pt x="440" y="553"/>
                </a:lnTo>
                <a:lnTo>
                  <a:pt x="440" y="587"/>
                </a:lnTo>
                <a:lnTo>
                  <a:pt x="587" y="587"/>
                </a:lnTo>
                <a:lnTo>
                  <a:pt x="587" y="394"/>
                </a:lnTo>
                <a:lnTo>
                  <a:pt x="456" y="394"/>
                </a:lnTo>
                <a:close/>
                <a:moveTo>
                  <a:pt x="440" y="625"/>
                </a:moveTo>
                <a:lnTo>
                  <a:pt x="440" y="640"/>
                </a:lnTo>
                <a:lnTo>
                  <a:pt x="440" y="640"/>
                </a:lnTo>
                <a:lnTo>
                  <a:pt x="441" y="658"/>
                </a:lnTo>
                <a:lnTo>
                  <a:pt x="442" y="678"/>
                </a:lnTo>
                <a:lnTo>
                  <a:pt x="445" y="700"/>
                </a:lnTo>
                <a:lnTo>
                  <a:pt x="448" y="723"/>
                </a:lnTo>
                <a:lnTo>
                  <a:pt x="456" y="767"/>
                </a:lnTo>
                <a:lnTo>
                  <a:pt x="461" y="787"/>
                </a:lnTo>
                <a:lnTo>
                  <a:pt x="466" y="804"/>
                </a:lnTo>
                <a:lnTo>
                  <a:pt x="587" y="804"/>
                </a:lnTo>
                <a:lnTo>
                  <a:pt x="587" y="625"/>
                </a:lnTo>
                <a:lnTo>
                  <a:pt x="440" y="625"/>
                </a:lnTo>
                <a:close/>
                <a:moveTo>
                  <a:pt x="475" y="841"/>
                </a:moveTo>
                <a:lnTo>
                  <a:pt x="475" y="841"/>
                </a:lnTo>
                <a:lnTo>
                  <a:pt x="485" y="879"/>
                </a:lnTo>
                <a:lnTo>
                  <a:pt x="496" y="918"/>
                </a:lnTo>
                <a:lnTo>
                  <a:pt x="508" y="955"/>
                </a:lnTo>
                <a:lnTo>
                  <a:pt x="522" y="993"/>
                </a:lnTo>
                <a:lnTo>
                  <a:pt x="536" y="1030"/>
                </a:lnTo>
                <a:lnTo>
                  <a:pt x="551" y="1066"/>
                </a:lnTo>
                <a:lnTo>
                  <a:pt x="568" y="1102"/>
                </a:lnTo>
                <a:lnTo>
                  <a:pt x="587" y="1136"/>
                </a:lnTo>
                <a:lnTo>
                  <a:pt x="587" y="841"/>
                </a:lnTo>
                <a:lnTo>
                  <a:pt x="475" y="841"/>
                </a:lnTo>
                <a:close/>
                <a:moveTo>
                  <a:pt x="245" y="357"/>
                </a:moveTo>
                <a:lnTo>
                  <a:pt x="52" y="357"/>
                </a:lnTo>
                <a:lnTo>
                  <a:pt x="52" y="357"/>
                </a:lnTo>
                <a:lnTo>
                  <a:pt x="61" y="338"/>
                </a:lnTo>
                <a:lnTo>
                  <a:pt x="70" y="319"/>
                </a:lnTo>
                <a:lnTo>
                  <a:pt x="80" y="300"/>
                </a:lnTo>
                <a:lnTo>
                  <a:pt x="91" y="283"/>
                </a:lnTo>
                <a:lnTo>
                  <a:pt x="102" y="265"/>
                </a:lnTo>
                <a:lnTo>
                  <a:pt x="114" y="249"/>
                </a:lnTo>
                <a:lnTo>
                  <a:pt x="126" y="232"/>
                </a:lnTo>
                <a:lnTo>
                  <a:pt x="139" y="216"/>
                </a:lnTo>
                <a:lnTo>
                  <a:pt x="152" y="201"/>
                </a:lnTo>
                <a:lnTo>
                  <a:pt x="166" y="186"/>
                </a:lnTo>
                <a:lnTo>
                  <a:pt x="181" y="171"/>
                </a:lnTo>
                <a:lnTo>
                  <a:pt x="196" y="157"/>
                </a:lnTo>
                <a:lnTo>
                  <a:pt x="211" y="144"/>
                </a:lnTo>
                <a:lnTo>
                  <a:pt x="227" y="131"/>
                </a:lnTo>
                <a:lnTo>
                  <a:pt x="243" y="118"/>
                </a:lnTo>
                <a:lnTo>
                  <a:pt x="259" y="107"/>
                </a:lnTo>
                <a:lnTo>
                  <a:pt x="276" y="95"/>
                </a:lnTo>
                <a:lnTo>
                  <a:pt x="294" y="84"/>
                </a:lnTo>
                <a:lnTo>
                  <a:pt x="312" y="74"/>
                </a:lnTo>
                <a:lnTo>
                  <a:pt x="330" y="65"/>
                </a:lnTo>
                <a:lnTo>
                  <a:pt x="349" y="56"/>
                </a:lnTo>
                <a:lnTo>
                  <a:pt x="367" y="47"/>
                </a:lnTo>
                <a:lnTo>
                  <a:pt x="386" y="39"/>
                </a:lnTo>
                <a:lnTo>
                  <a:pt x="406" y="32"/>
                </a:lnTo>
                <a:lnTo>
                  <a:pt x="425" y="26"/>
                </a:lnTo>
                <a:lnTo>
                  <a:pt x="445" y="20"/>
                </a:lnTo>
                <a:lnTo>
                  <a:pt x="465" y="15"/>
                </a:lnTo>
                <a:lnTo>
                  <a:pt x="485" y="11"/>
                </a:lnTo>
                <a:lnTo>
                  <a:pt x="505" y="7"/>
                </a:lnTo>
                <a:lnTo>
                  <a:pt x="525" y="4"/>
                </a:lnTo>
                <a:lnTo>
                  <a:pt x="546" y="1"/>
                </a:lnTo>
                <a:lnTo>
                  <a:pt x="567" y="0"/>
                </a:lnTo>
                <a:lnTo>
                  <a:pt x="567" y="0"/>
                </a:lnTo>
                <a:lnTo>
                  <a:pt x="519" y="36"/>
                </a:lnTo>
                <a:lnTo>
                  <a:pt x="495" y="55"/>
                </a:lnTo>
                <a:lnTo>
                  <a:pt x="472" y="74"/>
                </a:lnTo>
                <a:lnTo>
                  <a:pt x="449" y="94"/>
                </a:lnTo>
                <a:lnTo>
                  <a:pt x="427" y="115"/>
                </a:lnTo>
                <a:lnTo>
                  <a:pt x="405" y="136"/>
                </a:lnTo>
                <a:lnTo>
                  <a:pt x="384" y="158"/>
                </a:lnTo>
                <a:lnTo>
                  <a:pt x="363" y="180"/>
                </a:lnTo>
                <a:lnTo>
                  <a:pt x="343" y="203"/>
                </a:lnTo>
                <a:lnTo>
                  <a:pt x="325" y="227"/>
                </a:lnTo>
                <a:lnTo>
                  <a:pt x="307" y="251"/>
                </a:lnTo>
                <a:lnTo>
                  <a:pt x="289" y="276"/>
                </a:lnTo>
                <a:lnTo>
                  <a:pt x="273" y="303"/>
                </a:lnTo>
                <a:lnTo>
                  <a:pt x="259" y="329"/>
                </a:lnTo>
                <a:lnTo>
                  <a:pt x="245" y="357"/>
                </a:lnTo>
                <a:lnTo>
                  <a:pt x="245" y="357"/>
                </a:lnTo>
                <a:close/>
                <a:moveTo>
                  <a:pt x="464" y="357"/>
                </a:moveTo>
                <a:lnTo>
                  <a:pt x="587" y="357"/>
                </a:lnTo>
                <a:lnTo>
                  <a:pt x="587" y="60"/>
                </a:lnTo>
                <a:lnTo>
                  <a:pt x="587" y="60"/>
                </a:lnTo>
                <a:lnTo>
                  <a:pt x="565" y="94"/>
                </a:lnTo>
                <a:lnTo>
                  <a:pt x="545" y="129"/>
                </a:lnTo>
                <a:lnTo>
                  <a:pt x="527" y="165"/>
                </a:lnTo>
                <a:lnTo>
                  <a:pt x="510" y="201"/>
                </a:lnTo>
                <a:lnTo>
                  <a:pt x="496" y="239"/>
                </a:lnTo>
                <a:lnTo>
                  <a:pt x="484" y="277"/>
                </a:lnTo>
                <a:lnTo>
                  <a:pt x="473" y="317"/>
                </a:lnTo>
                <a:lnTo>
                  <a:pt x="464" y="357"/>
                </a:lnTo>
                <a:lnTo>
                  <a:pt x="464" y="357"/>
                </a:lnTo>
                <a:close/>
                <a:moveTo>
                  <a:pt x="427" y="357"/>
                </a:moveTo>
                <a:lnTo>
                  <a:pt x="427" y="357"/>
                </a:lnTo>
                <a:lnTo>
                  <a:pt x="434" y="322"/>
                </a:lnTo>
                <a:lnTo>
                  <a:pt x="443" y="283"/>
                </a:lnTo>
                <a:lnTo>
                  <a:pt x="455" y="244"/>
                </a:lnTo>
                <a:lnTo>
                  <a:pt x="469" y="204"/>
                </a:lnTo>
                <a:lnTo>
                  <a:pt x="485" y="165"/>
                </a:lnTo>
                <a:lnTo>
                  <a:pt x="493" y="146"/>
                </a:lnTo>
                <a:lnTo>
                  <a:pt x="502" y="127"/>
                </a:lnTo>
                <a:lnTo>
                  <a:pt x="511" y="110"/>
                </a:lnTo>
                <a:lnTo>
                  <a:pt x="521" y="94"/>
                </a:lnTo>
                <a:lnTo>
                  <a:pt x="531" y="78"/>
                </a:lnTo>
                <a:lnTo>
                  <a:pt x="541" y="65"/>
                </a:lnTo>
                <a:lnTo>
                  <a:pt x="541" y="65"/>
                </a:lnTo>
                <a:lnTo>
                  <a:pt x="522" y="78"/>
                </a:lnTo>
                <a:lnTo>
                  <a:pt x="504" y="93"/>
                </a:lnTo>
                <a:lnTo>
                  <a:pt x="485" y="108"/>
                </a:lnTo>
                <a:lnTo>
                  <a:pt x="467" y="125"/>
                </a:lnTo>
                <a:lnTo>
                  <a:pt x="449" y="141"/>
                </a:lnTo>
                <a:lnTo>
                  <a:pt x="432" y="159"/>
                </a:lnTo>
                <a:lnTo>
                  <a:pt x="415" y="177"/>
                </a:lnTo>
                <a:lnTo>
                  <a:pt x="398" y="196"/>
                </a:lnTo>
                <a:lnTo>
                  <a:pt x="382" y="215"/>
                </a:lnTo>
                <a:lnTo>
                  <a:pt x="366" y="234"/>
                </a:lnTo>
                <a:lnTo>
                  <a:pt x="352" y="254"/>
                </a:lnTo>
                <a:lnTo>
                  <a:pt x="337" y="274"/>
                </a:lnTo>
                <a:lnTo>
                  <a:pt x="324" y="294"/>
                </a:lnTo>
                <a:lnTo>
                  <a:pt x="311" y="315"/>
                </a:lnTo>
                <a:lnTo>
                  <a:pt x="299" y="336"/>
                </a:lnTo>
                <a:lnTo>
                  <a:pt x="288" y="357"/>
                </a:lnTo>
                <a:lnTo>
                  <a:pt x="427" y="357"/>
                </a:lnTo>
                <a:close/>
                <a:moveTo>
                  <a:pt x="420" y="394"/>
                </a:moveTo>
                <a:lnTo>
                  <a:pt x="420" y="394"/>
                </a:lnTo>
                <a:lnTo>
                  <a:pt x="415" y="417"/>
                </a:lnTo>
                <a:lnTo>
                  <a:pt x="412" y="441"/>
                </a:lnTo>
                <a:lnTo>
                  <a:pt x="408" y="466"/>
                </a:lnTo>
                <a:lnTo>
                  <a:pt x="406" y="490"/>
                </a:lnTo>
                <a:lnTo>
                  <a:pt x="404" y="515"/>
                </a:lnTo>
                <a:lnTo>
                  <a:pt x="403" y="540"/>
                </a:lnTo>
                <a:lnTo>
                  <a:pt x="403" y="564"/>
                </a:lnTo>
                <a:lnTo>
                  <a:pt x="403" y="587"/>
                </a:lnTo>
                <a:lnTo>
                  <a:pt x="229" y="587"/>
                </a:lnTo>
                <a:lnTo>
                  <a:pt x="229" y="571"/>
                </a:lnTo>
                <a:lnTo>
                  <a:pt x="229" y="571"/>
                </a:lnTo>
                <a:lnTo>
                  <a:pt x="229" y="549"/>
                </a:lnTo>
                <a:lnTo>
                  <a:pt x="232" y="527"/>
                </a:lnTo>
                <a:lnTo>
                  <a:pt x="236" y="504"/>
                </a:lnTo>
                <a:lnTo>
                  <a:pt x="242" y="481"/>
                </a:lnTo>
                <a:lnTo>
                  <a:pt x="248" y="458"/>
                </a:lnTo>
                <a:lnTo>
                  <a:pt x="255" y="436"/>
                </a:lnTo>
                <a:lnTo>
                  <a:pt x="262" y="415"/>
                </a:lnTo>
                <a:lnTo>
                  <a:pt x="270" y="394"/>
                </a:lnTo>
                <a:lnTo>
                  <a:pt x="420" y="394"/>
                </a:lnTo>
                <a:close/>
                <a:moveTo>
                  <a:pt x="403" y="625"/>
                </a:moveTo>
                <a:lnTo>
                  <a:pt x="403" y="625"/>
                </a:lnTo>
                <a:lnTo>
                  <a:pt x="403" y="646"/>
                </a:lnTo>
                <a:lnTo>
                  <a:pt x="404" y="669"/>
                </a:lnTo>
                <a:lnTo>
                  <a:pt x="406" y="692"/>
                </a:lnTo>
                <a:lnTo>
                  <a:pt x="409" y="715"/>
                </a:lnTo>
                <a:lnTo>
                  <a:pt x="413" y="738"/>
                </a:lnTo>
                <a:lnTo>
                  <a:pt x="418" y="761"/>
                </a:lnTo>
                <a:lnTo>
                  <a:pt x="427" y="804"/>
                </a:lnTo>
                <a:lnTo>
                  <a:pt x="281" y="804"/>
                </a:lnTo>
                <a:lnTo>
                  <a:pt x="281" y="804"/>
                </a:lnTo>
                <a:lnTo>
                  <a:pt x="271" y="783"/>
                </a:lnTo>
                <a:lnTo>
                  <a:pt x="262" y="762"/>
                </a:lnTo>
                <a:lnTo>
                  <a:pt x="254" y="740"/>
                </a:lnTo>
                <a:lnTo>
                  <a:pt x="247" y="717"/>
                </a:lnTo>
                <a:lnTo>
                  <a:pt x="241" y="694"/>
                </a:lnTo>
                <a:lnTo>
                  <a:pt x="236" y="671"/>
                </a:lnTo>
                <a:lnTo>
                  <a:pt x="233" y="648"/>
                </a:lnTo>
                <a:lnTo>
                  <a:pt x="230" y="625"/>
                </a:lnTo>
                <a:lnTo>
                  <a:pt x="403" y="625"/>
                </a:lnTo>
                <a:close/>
                <a:moveTo>
                  <a:pt x="643" y="1206"/>
                </a:moveTo>
                <a:lnTo>
                  <a:pt x="643" y="1206"/>
                </a:lnTo>
                <a:lnTo>
                  <a:pt x="666" y="1188"/>
                </a:lnTo>
                <a:lnTo>
                  <a:pt x="688" y="1168"/>
                </a:lnTo>
                <a:lnTo>
                  <a:pt x="710" y="1148"/>
                </a:lnTo>
                <a:lnTo>
                  <a:pt x="732" y="1128"/>
                </a:lnTo>
                <a:lnTo>
                  <a:pt x="753" y="1106"/>
                </a:lnTo>
                <a:lnTo>
                  <a:pt x="774" y="1085"/>
                </a:lnTo>
                <a:lnTo>
                  <a:pt x="795" y="1062"/>
                </a:lnTo>
                <a:lnTo>
                  <a:pt x="815" y="1039"/>
                </a:lnTo>
                <a:lnTo>
                  <a:pt x="835" y="1016"/>
                </a:lnTo>
                <a:lnTo>
                  <a:pt x="854" y="992"/>
                </a:lnTo>
                <a:lnTo>
                  <a:pt x="872" y="968"/>
                </a:lnTo>
                <a:lnTo>
                  <a:pt x="889" y="943"/>
                </a:lnTo>
                <a:lnTo>
                  <a:pt x="906" y="919"/>
                </a:lnTo>
                <a:lnTo>
                  <a:pt x="923" y="892"/>
                </a:lnTo>
                <a:lnTo>
                  <a:pt x="937" y="867"/>
                </a:lnTo>
                <a:lnTo>
                  <a:pt x="951" y="841"/>
                </a:lnTo>
                <a:lnTo>
                  <a:pt x="1160" y="841"/>
                </a:lnTo>
                <a:lnTo>
                  <a:pt x="1160" y="841"/>
                </a:lnTo>
                <a:lnTo>
                  <a:pt x="1151" y="860"/>
                </a:lnTo>
                <a:lnTo>
                  <a:pt x="1142" y="879"/>
                </a:lnTo>
                <a:lnTo>
                  <a:pt x="1132" y="898"/>
                </a:lnTo>
                <a:lnTo>
                  <a:pt x="1121" y="917"/>
                </a:lnTo>
                <a:lnTo>
                  <a:pt x="1110" y="934"/>
                </a:lnTo>
                <a:lnTo>
                  <a:pt x="1098" y="951"/>
                </a:lnTo>
                <a:lnTo>
                  <a:pt x="1086" y="968"/>
                </a:lnTo>
                <a:lnTo>
                  <a:pt x="1073" y="984"/>
                </a:lnTo>
                <a:lnTo>
                  <a:pt x="1060" y="1000"/>
                </a:lnTo>
                <a:lnTo>
                  <a:pt x="1046" y="1015"/>
                </a:lnTo>
                <a:lnTo>
                  <a:pt x="1032" y="1030"/>
                </a:lnTo>
                <a:lnTo>
                  <a:pt x="1017" y="1044"/>
                </a:lnTo>
                <a:lnTo>
                  <a:pt x="1001" y="1058"/>
                </a:lnTo>
                <a:lnTo>
                  <a:pt x="986" y="1072"/>
                </a:lnTo>
                <a:lnTo>
                  <a:pt x="970" y="1084"/>
                </a:lnTo>
                <a:lnTo>
                  <a:pt x="953" y="1096"/>
                </a:lnTo>
                <a:lnTo>
                  <a:pt x="936" y="1108"/>
                </a:lnTo>
                <a:lnTo>
                  <a:pt x="919" y="1119"/>
                </a:lnTo>
                <a:lnTo>
                  <a:pt x="900" y="1130"/>
                </a:lnTo>
                <a:lnTo>
                  <a:pt x="882" y="1139"/>
                </a:lnTo>
                <a:lnTo>
                  <a:pt x="864" y="1149"/>
                </a:lnTo>
                <a:lnTo>
                  <a:pt x="845" y="1157"/>
                </a:lnTo>
                <a:lnTo>
                  <a:pt x="826" y="1165"/>
                </a:lnTo>
                <a:lnTo>
                  <a:pt x="806" y="1173"/>
                </a:lnTo>
                <a:lnTo>
                  <a:pt x="787" y="1179"/>
                </a:lnTo>
                <a:lnTo>
                  <a:pt x="767" y="1185"/>
                </a:lnTo>
                <a:lnTo>
                  <a:pt x="747" y="1191"/>
                </a:lnTo>
                <a:lnTo>
                  <a:pt x="727" y="1195"/>
                </a:lnTo>
                <a:lnTo>
                  <a:pt x="706" y="1199"/>
                </a:lnTo>
                <a:lnTo>
                  <a:pt x="685" y="1202"/>
                </a:lnTo>
                <a:lnTo>
                  <a:pt x="664" y="1205"/>
                </a:lnTo>
                <a:lnTo>
                  <a:pt x="643" y="1206"/>
                </a:lnTo>
                <a:lnTo>
                  <a:pt x="643" y="1206"/>
                </a:lnTo>
                <a:close/>
                <a:moveTo>
                  <a:pt x="968" y="804"/>
                </a:moveTo>
                <a:lnTo>
                  <a:pt x="968" y="804"/>
                </a:lnTo>
                <a:lnTo>
                  <a:pt x="985" y="757"/>
                </a:lnTo>
                <a:lnTo>
                  <a:pt x="991" y="736"/>
                </a:lnTo>
                <a:lnTo>
                  <a:pt x="997" y="716"/>
                </a:lnTo>
                <a:lnTo>
                  <a:pt x="1002" y="696"/>
                </a:lnTo>
                <a:lnTo>
                  <a:pt x="1006" y="674"/>
                </a:lnTo>
                <a:lnTo>
                  <a:pt x="1015" y="625"/>
                </a:lnTo>
                <a:lnTo>
                  <a:pt x="1209" y="625"/>
                </a:lnTo>
                <a:lnTo>
                  <a:pt x="1209" y="625"/>
                </a:lnTo>
                <a:lnTo>
                  <a:pt x="1208" y="648"/>
                </a:lnTo>
                <a:lnTo>
                  <a:pt x="1206" y="671"/>
                </a:lnTo>
                <a:lnTo>
                  <a:pt x="1203" y="693"/>
                </a:lnTo>
                <a:lnTo>
                  <a:pt x="1199" y="716"/>
                </a:lnTo>
                <a:lnTo>
                  <a:pt x="1194" y="738"/>
                </a:lnTo>
                <a:lnTo>
                  <a:pt x="1188" y="760"/>
                </a:lnTo>
                <a:lnTo>
                  <a:pt x="1182" y="782"/>
                </a:lnTo>
                <a:lnTo>
                  <a:pt x="1175" y="804"/>
                </a:lnTo>
                <a:lnTo>
                  <a:pt x="968" y="804"/>
                </a:lnTo>
                <a:close/>
                <a:moveTo>
                  <a:pt x="1018" y="587"/>
                </a:moveTo>
                <a:lnTo>
                  <a:pt x="1018" y="587"/>
                </a:lnTo>
                <a:lnTo>
                  <a:pt x="1016" y="562"/>
                </a:lnTo>
                <a:lnTo>
                  <a:pt x="1014" y="538"/>
                </a:lnTo>
                <a:lnTo>
                  <a:pt x="1011" y="513"/>
                </a:lnTo>
                <a:lnTo>
                  <a:pt x="1007" y="489"/>
                </a:lnTo>
                <a:lnTo>
                  <a:pt x="1002" y="466"/>
                </a:lnTo>
                <a:lnTo>
                  <a:pt x="997" y="442"/>
                </a:lnTo>
                <a:lnTo>
                  <a:pt x="990" y="418"/>
                </a:lnTo>
                <a:lnTo>
                  <a:pt x="981" y="394"/>
                </a:lnTo>
                <a:lnTo>
                  <a:pt x="1173" y="394"/>
                </a:lnTo>
                <a:lnTo>
                  <a:pt x="1173" y="394"/>
                </a:lnTo>
                <a:lnTo>
                  <a:pt x="1186" y="442"/>
                </a:lnTo>
                <a:lnTo>
                  <a:pt x="1192" y="466"/>
                </a:lnTo>
                <a:lnTo>
                  <a:pt x="1197" y="490"/>
                </a:lnTo>
                <a:lnTo>
                  <a:pt x="1201" y="513"/>
                </a:lnTo>
                <a:lnTo>
                  <a:pt x="1205" y="537"/>
                </a:lnTo>
                <a:lnTo>
                  <a:pt x="1208" y="562"/>
                </a:lnTo>
                <a:lnTo>
                  <a:pt x="1209" y="587"/>
                </a:lnTo>
                <a:lnTo>
                  <a:pt x="1018" y="587"/>
                </a:lnTo>
                <a:close/>
                <a:moveTo>
                  <a:pt x="965" y="357"/>
                </a:moveTo>
                <a:lnTo>
                  <a:pt x="965" y="357"/>
                </a:lnTo>
                <a:lnTo>
                  <a:pt x="951" y="329"/>
                </a:lnTo>
                <a:lnTo>
                  <a:pt x="936" y="302"/>
                </a:lnTo>
                <a:lnTo>
                  <a:pt x="920" y="276"/>
                </a:lnTo>
                <a:lnTo>
                  <a:pt x="902" y="251"/>
                </a:lnTo>
                <a:lnTo>
                  <a:pt x="884" y="227"/>
                </a:lnTo>
                <a:lnTo>
                  <a:pt x="865" y="203"/>
                </a:lnTo>
                <a:lnTo>
                  <a:pt x="846" y="181"/>
                </a:lnTo>
                <a:lnTo>
                  <a:pt x="826" y="159"/>
                </a:lnTo>
                <a:lnTo>
                  <a:pt x="805" y="137"/>
                </a:lnTo>
                <a:lnTo>
                  <a:pt x="784" y="116"/>
                </a:lnTo>
                <a:lnTo>
                  <a:pt x="762" y="96"/>
                </a:lnTo>
                <a:lnTo>
                  <a:pt x="739" y="76"/>
                </a:lnTo>
                <a:lnTo>
                  <a:pt x="693" y="37"/>
                </a:lnTo>
                <a:lnTo>
                  <a:pt x="645" y="0"/>
                </a:lnTo>
                <a:lnTo>
                  <a:pt x="645" y="0"/>
                </a:lnTo>
                <a:lnTo>
                  <a:pt x="665" y="2"/>
                </a:lnTo>
                <a:lnTo>
                  <a:pt x="685" y="4"/>
                </a:lnTo>
                <a:lnTo>
                  <a:pt x="706" y="8"/>
                </a:lnTo>
                <a:lnTo>
                  <a:pt x="726" y="12"/>
                </a:lnTo>
                <a:lnTo>
                  <a:pt x="745" y="16"/>
                </a:lnTo>
                <a:lnTo>
                  <a:pt x="765" y="22"/>
                </a:lnTo>
                <a:lnTo>
                  <a:pt x="785" y="28"/>
                </a:lnTo>
                <a:lnTo>
                  <a:pt x="804" y="34"/>
                </a:lnTo>
                <a:lnTo>
                  <a:pt x="823" y="42"/>
                </a:lnTo>
                <a:lnTo>
                  <a:pt x="842" y="50"/>
                </a:lnTo>
                <a:lnTo>
                  <a:pt x="860" y="58"/>
                </a:lnTo>
                <a:lnTo>
                  <a:pt x="878" y="67"/>
                </a:lnTo>
                <a:lnTo>
                  <a:pt x="896" y="77"/>
                </a:lnTo>
                <a:lnTo>
                  <a:pt x="915" y="87"/>
                </a:lnTo>
                <a:lnTo>
                  <a:pt x="932" y="98"/>
                </a:lnTo>
                <a:lnTo>
                  <a:pt x="949" y="109"/>
                </a:lnTo>
                <a:lnTo>
                  <a:pt x="966" y="121"/>
                </a:lnTo>
                <a:lnTo>
                  <a:pt x="982" y="133"/>
                </a:lnTo>
                <a:lnTo>
                  <a:pt x="998" y="146"/>
                </a:lnTo>
                <a:lnTo>
                  <a:pt x="1013" y="160"/>
                </a:lnTo>
                <a:lnTo>
                  <a:pt x="1028" y="174"/>
                </a:lnTo>
                <a:lnTo>
                  <a:pt x="1042" y="188"/>
                </a:lnTo>
                <a:lnTo>
                  <a:pt x="1056" y="203"/>
                </a:lnTo>
                <a:lnTo>
                  <a:pt x="1070" y="218"/>
                </a:lnTo>
                <a:lnTo>
                  <a:pt x="1082" y="234"/>
                </a:lnTo>
                <a:lnTo>
                  <a:pt x="1095" y="250"/>
                </a:lnTo>
                <a:lnTo>
                  <a:pt x="1107" y="267"/>
                </a:lnTo>
                <a:lnTo>
                  <a:pt x="1118" y="284"/>
                </a:lnTo>
                <a:lnTo>
                  <a:pt x="1129" y="302"/>
                </a:lnTo>
                <a:lnTo>
                  <a:pt x="1139" y="320"/>
                </a:lnTo>
                <a:lnTo>
                  <a:pt x="1148" y="338"/>
                </a:lnTo>
                <a:lnTo>
                  <a:pt x="1157" y="357"/>
                </a:lnTo>
                <a:lnTo>
                  <a:pt x="965" y="357"/>
                </a:lnTo>
                <a:close/>
                <a:moveTo>
                  <a:pt x="624" y="58"/>
                </a:moveTo>
                <a:lnTo>
                  <a:pt x="624" y="58"/>
                </a:lnTo>
                <a:lnTo>
                  <a:pt x="647" y="96"/>
                </a:lnTo>
                <a:lnTo>
                  <a:pt x="667" y="132"/>
                </a:lnTo>
                <a:lnTo>
                  <a:pt x="684" y="167"/>
                </a:lnTo>
                <a:lnTo>
                  <a:pt x="699" y="201"/>
                </a:lnTo>
                <a:lnTo>
                  <a:pt x="712" y="236"/>
                </a:lnTo>
                <a:lnTo>
                  <a:pt x="724" y="273"/>
                </a:lnTo>
                <a:lnTo>
                  <a:pt x="736" y="314"/>
                </a:lnTo>
                <a:lnTo>
                  <a:pt x="746" y="357"/>
                </a:lnTo>
                <a:lnTo>
                  <a:pt x="624" y="357"/>
                </a:lnTo>
                <a:lnTo>
                  <a:pt x="624" y="58"/>
                </a:lnTo>
                <a:close/>
                <a:moveTo>
                  <a:pt x="754" y="394"/>
                </a:moveTo>
                <a:lnTo>
                  <a:pt x="754" y="394"/>
                </a:lnTo>
                <a:lnTo>
                  <a:pt x="762" y="449"/>
                </a:lnTo>
                <a:lnTo>
                  <a:pt x="765" y="476"/>
                </a:lnTo>
                <a:lnTo>
                  <a:pt x="767" y="504"/>
                </a:lnTo>
                <a:lnTo>
                  <a:pt x="767" y="504"/>
                </a:lnTo>
                <a:lnTo>
                  <a:pt x="768" y="525"/>
                </a:lnTo>
                <a:lnTo>
                  <a:pt x="769" y="546"/>
                </a:lnTo>
                <a:lnTo>
                  <a:pt x="769" y="566"/>
                </a:lnTo>
                <a:lnTo>
                  <a:pt x="770" y="587"/>
                </a:lnTo>
                <a:lnTo>
                  <a:pt x="624" y="587"/>
                </a:lnTo>
                <a:lnTo>
                  <a:pt x="624" y="394"/>
                </a:lnTo>
                <a:lnTo>
                  <a:pt x="754" y="394"/>
                </a:lnTo>
                <a:close/>
                <a:moveTo>
                  <a:pt x="770" y="625"/>
                </a:moveTo>
                <a:lnTo>
                  <a:pt x="770" y="625"/>
                </a:lnTo>
                <a:lnTo>
                  <a:pt x="769" y="647"/>
                </a:lnTo>
                <a:lnTo>
                  <a:pt x="768" y="670"/>
                </a:lnTo>
                <a:lnTo>
                  <a:pt x="765" y="693"/>
                </a:lnTo>
                <a:lnTo>
                  <a:pt x="762" y="715"/>
                </a:lnTo>
                <a:lnTo>
                  <a:pt x="754" y="760"/>
                </a:lnTo>
                <a:lnTo>
                  <a:pt x="745" y="804"/>
                </a:lnTo>
                <a:lnTo>
                  <a:pt x="624" y="804"/>
                </a:lnTo>
                <a:lnTo>
                  <a:pt x="624" y="625"/>
                </a:lnTo>
                <a:lnTo>
                  <a:pt x="770" y="625"/>
                </a:lnTo>
                <a:close/>
                <a:moveTo>
                  <a:pt x="736" y="841"/>
                </a:moveTo>
                <a:lnTo>
                  <a:pt x="736" y="841"/>
                </a:lnTo>
                <a:lnTo>
                  <a:pt x="712" y="918"/>
                </a:lnTo>
                <a:lnTo>
                  <a:pt x="699" y="955"/>
                </a:lnTo>
                <a:lnTo>
                  <a:pt x="686" y="992"/>
                </a:lnTo>
                <a:lnTo>
                  <a:pt x="672" y="1029"/>
                </a:lnTo>
                <a:lnTo>
                  <a:pt x="657" y="1065"/>
                </a:lnTo>
                <a:lnTo>
                  <a:pt x="641" y="1101"/>
                </a:lnTo>
                <a:lnTo>
                  <a:pt x="624" y="1138"/>
                </a:lnTo>
                <a:lnTo>
                  <a:pt x="624" y="841"/>
                </a:lnTo>
                <a:lnTo>
                  <a:pt x="736" y="841"/>
                </a:lnTo>
                <a:close/>
                <a:moveTo>
                  <a:pt x="784" y="357"/>
                </a:moveTo>
                <a:lnTo>
                  <a:pt x="784" y="357"/>
                </a:lnTo>
                <a:lnTo>
                  <a:pt x="775" y="318"/>
                </a:lnTo>
                <a:lnTo>
                  <a:pt x="765" y="279"/>
                </a:lnTo>
                <a:lnTo>
                  <a:pt x="754" y="241"/>
                </a:lnTo>
                <a:lnTo>
                  <a:pt x="741" y="204"/>
                </a:lnTo>
                <a:lnTo>
                  <a:pt x="726" y="167"/>
                </a:lnTo>
                <a:lnTo>
                  <a:pt x="718" y="149"/>
                </a:lnTo>
                <a:lnTo>
                  <a:pt x="709" y="132"/>
                </a:lnTo>
                <a:lnTo>
                  <a:pt x="700" y="114"/>
                </a:lnTo>
                <a:lnTo>
                  <a:pt x="690" y="97"/>
                </a:lnTo>
                <a:lnTo>
                  <a:pt x="680" y="81"/>
                </a:lnTo>
                <a:lnTo>
                  <a:pt x="669" y="65"/>
                </a:lnTo>
                <a:lnTo>
                  <a:pt x="669" y="65"/>
                </a:lnTo>
                <a:lnTo>
                  <a:pt x="688" y="80"/>
                </a:lnTo>
                <a:lnTo>
                  <a:pt x="708" y="95"/>
                </a:lnTo>
                <a:lnTo>
                  <a:pt x="726" y="111"/>
                </a:lnTo>
                <a:lnTo>
                  <a:pt x="744" y="127"/>
                </a:lnTo>
                <a:lnTo>
                  <a:pt x="762" y="144"/>
                </a:lnTo>
                <a:lnTo>
                  <a:pt x="779" y="161"/>
                </a:lnTo>
                <a:lnTo>
                  <a:pt x="795" y="178"/>
                </a:lnTo>
                <a:lnTo>
                  <a:pt x="811" y="196"/>
                </a:lnTo>
                <a:lnTo>
                  <a:pt x="827" y="214"/>
                </a:lnTo>
                <a:lnTo>
                  <a:pt x="842" y="233"/>
                </a:lnTo>
                <a:lnTo>
                  <a:pt x="856" y="252"/>
                </a:lnTo>
                <a:lnTo>
                  <a:pt x="870" y="272"/>
                </a:lnTo>
                <a:lnTo>
                  <a:pt x="884" y="292"/>
                </a:lnTo>
                <a:lnTo>
                  <a:pt x="897" y="313"/>
                </a:lnTo>
                <a:lnTo>
                  <a:pt x="910" y="335"/>
                </a:lnTo>
                <a:lnTo>
                  <a:pt x="923" y="357"/>
                </a:lnTo>
                <a:lnTo>
                  <a:pt x="784" y="357"/>
                </a:lnTo>
                <a:close/>
                <a:moveTo>
                  <a:pt x="790" y="394"/>
                </a:moveTo>
                <a:lnTo>
                  <a:pt x="790" y="394"/>
                </a:lnTo>
                <a:lnTo>
                  <a:pt x="797" y="443"/>
                </a:lnTo>
                <a:lnTo>
                  <a:pt x="801" y="491"/>
                </a:lnTo>
                <a:lnTo>
                  <a:pt x="805" y="539"/>
                </a:lnTo>
                <a:lnTo>
                  <a:pt x="807" y="587"/>
                </a:lnTo>
                <a:lnTo>
                  <a:pt x="982" y="587"/>
                </a:lnTo>
                <a:lnTo>
                  <a:pt x="982" y="587"/>
                </a:lnTo>
                <a:lnTo>
                  <a:pt x="981" y="561"/>
                </a:lnTo>
                <a:lnTo>
                  <a:pt x="978" y="536"/>
                </a:lnTo>
                <a:lnTo>
                  <a:pt x="974" y="512"/>
                </a:lnTo>
                <a:lnTo>
                  <a:pt x="969" y="489"/>
                </a:lnTo>
                <a:lnTo>
                  <a:pt x="963" y="466"/>
                </a:lnTo>
                <a:lnTo>
                  <a:pt x="956" y="443"/>
                </a:lnTo>
                <a:lnTo>
                  <a:pt x="940" y="394"/>
                </a:lnTo>
                <a:lnTo>
                  <a:pt x="790" y="394"/>
                </a:lnTo>
                <a:close/>
                <a:moveTo>
                  <a:pt x="807" y="625"/>
                </a:moveTo>
                <a:lnTo>
                  <a:pt x="807" y="625"/>
                </a:lnTo>
                <a:lnTo>
                  <a:pt x="806" y="648"/>
                </a:lnTo>
                <a:lnTo>
                  <a:pt x="804" y="670"/>
                </a:lnTo>
                <a:lnTo>
                  <a:pt x="801" y="693"/>
                </a:lnTo>
                <a:lnTo>
                  <a:pt x="798" y="715"/>
                </a:lnTo>
                <a:lnTo>
                  <a:pt x="791" y="759"/>
                </a:lnTo>
                <a:lnTo>
                  <a:pt x="784" y="804"/>
                </a:lnTo>
                <a:lnTo>
                  <a:pt x="930" y="804"/>
                </a:lnTo>
                <a:lnTo>
                  <a:pt x="930" y="804"/>
                </a:lnTo>
                <a:lnTo>
                  <a:pt x="939" y="781"/>
                </a:lnTo>
                <a:lnTo>
                  <a:pt x="948" y="759"/>
                </a:lnTo>
                <a:lnTo>
                  <a:pt x="955" y="737"/>
                </a:lnTo>
                <a:lnTo>
                  <a:pt x="961" y="716"/>
                </a:lnTo>
                <a:lnTo>
                  <a:pt x="967" y="695"/>
                </a:lnTo>
                <a:lnTo>
                  <a:pt x="972" y="672"/>
                </a:lnTo>
                <a:lnTo>
                  <a:pt x="980" y="625"/>
                </a:lnTo>
                <a:lnTo>
                  <a:pt x="807" y="625"/>
                </a:lnTo>
                <a:close/>
                <a:moveTo>
                  <a:pt x="774" y="841"/>
                </a:moveTo>
                <a:lnTo>
                  <a:pt x="774" y="841"/>
                </a:lnTo>
                <a:lnTo>
                  <a:pt x="763" y="881"/>
                </a:lnTo>
                <a:lnTo>
                  <a:pt x="751" y="921"/>
                </a:lnTo>
                <a:lnTo>
                  <a:pt x="738" y="960"/>
                </a:lnTo>
                <a:lnTo>
                  <a:pt x="723" y="998"/>
                </a:lnTo>
                <a:lnTo>
                  <a:pt x="708" y="1035"/>
                </a:lnTo>
                <a:lnTo>
                  <a:pt x="691" y="1073"/>
                </a:lnTo>
                <a:lnTo>
                  <a:pt x="674" y="1110"/>
                </a:lnTo>
                <a:lnTo>
                  <a:pt x="656" y="1147"/>
                </a:lnTo>
                <a:lnTo>
                  <a:pt x="656" y="1147"/>
                </a:lnTo>
                <a:lnTo>
                  <a:pt x="693" y="1114"/>
                </a:lnTo>
                <a:lnTo>
                  <a:pt x="729" y="1079"/>
                </a:lnTo>
                <a:lnTo>
                  <a:pt x="764" y="1043"/>
                </a:lnTo>
                <a:lnTo>
                  <a:pt x="796" y="1006"/>
                </a:lnTo>
                <a:lnTo>
                  <a:pt x="827" y="967"/>
                </a:lnTo>
                <a:lnTo>
                  <a:pt x="857" y="926"/>
                </a:lnTo>
                <a:lnTo>
                  <a:pt x="884" y="884"/>
                </a:lnTo>
                <a:lnTo>
                  <a:pt x="910" y="841"/>
                </a:lnTo>
                <a:lnTo>
                  <a:pt x="774" y="841"/>
                </a:lnTo>
                <a:close/>
                <a:moveTo>
                  <a:pt x="436" y="841"/>
                </a:moveTo>
                <a:lnTo>
                  <a:pt x="436" y="841"/>
                </a:lnTo>
                <a:lnTo>
                  <a:pt x="446" y="880"/>
                </a:lnTo>
                <a:lnTo>
                  <a:pt x="457" y="920"/>
                </a:lnTo>
                <a:lnTo>
                  <a:pt x="470" y="959"/>
                </a:lnTo>
                <a:lnTo>
                  <a:pt x="484" y="998"/>
                </a:lnTo>
                <a:lnTo>
                  <a:pt x="500" y="1037"/>
                </a:lnTo>
                <a:lnTo>
                  <a:pt x="517" y="1075"/>
                </a:lnTo>
                <a:lnTo>
                  <a:pt x="535" y="1112"/>
                </a:lnTo>
                <a:lnTo>
                  <a:pt x="554" y="1147"/>
                </a:lnTo>
                <a:lnTo>
                  <a:pt x="554" y="1147"/>
                </a:lnTo>
                <a:lnTo>
                  <a:pt x="536" y="1132"/>
                </a:lnTo>
                <a:lnTo>
                  <a:pt x="518" y="1117"/>
                </a:lnTo>
                <a:lnTo>
                  <a:pt x="500" y="1100"/>
                </a:lnTo>
                <a:lnTo>
                  <a:pt x="482" y="1083"/>
                </a:lnTo>
                <a:lnTo>
                  <a:pt x="464" y="1064"/>
                </a:lnTo>
                <a:lnTo>
                  <a:pt x="447" y="1045"/>
                </a:lnTo>
                <a:lnTo>
                  <a:pt x="413" y="1006"/>
                </a:lnTo>
                <a:lnTo>
                  <a:pt x="381" y="965"/>
                </a:lnTo>
                <a:lnTo>
                  <a:pt x="351" y="924"/>
                </a:lnTo>
                <a:lnTo>
                  <a:pt x="337" y="902"/>
                </a:lnTo>
                <a:lnTo>
                  <a:pt x="324" y="882"/>
                </a:lnTo>
                <a:lnTo>
                  <a:pt x="312" y="861"/>
                </a:lnTo>
                <a:lnTo>
                  <a:pt x="300" y="841"/>
                </a:lnTo>
                <a:lnTo>
                  <a:pt x="436" y="841"/>
                </a:lnTo>
                <a:close/>
              </a:path>
            </a:pathLst>
          </a:cu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350"/>
          </a:p>
        </p:txBody>
      </p:sp>
      <p:sp>
        <p:nvSpPr>
          <p:cNvPr id="39" name="Oval 53"/>
          <p:cNvSpPr/>
          <p:nvPr userDrawn="1"/>
        </p:nvSpPr>
        <p:spPr>
          <a:xfrm>
            <a:off x="11502680" y="-171400"/>
            <a:ext cx="874093" cy="655569"/>
          </a:xfrm>
          <a:prstGeom prst="ellipse">
            <a:avLst/>
          </a:prstGeom>
          <a:solidFill>
            <a:schemeClr val="accent2"/>
          </a:solidFill>
          <a:ln w="698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44B5E3D8-B559-49FC-84E7-900B409E63B2}" type="slidenum">
              <a:rPr lang="id-ID" sz="105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200" b="1" dirty="0">
              <a:solidFill>
                <a:schemeClr val="bg1"/>
              </a:solidFill>
            </a:endParaRPr>
          </a:p>
        </p:txBody>
      </p:sp>
      <p:sp>
        <p:nvSpPr>
          <p:cNvPr id="40" name="Oval 5"/>
          <p:cNvSpPr/>
          <p:nvPr userDrawn="1"/>
        </p:nvSpPr>
        <p:spPr>
          <a:xfrm rot="16200000">
            <a:off x="461799" y="686660"/>
            <a:ext cx="67506" cy="90008"/>
          </a:xfrm>
          <a:prstGeom prst="ellipse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41" name="Oval 52"/>
          <p:cNvSpPr/>
          <p:nvPr userDrawn="1"/>
        </p:nvSpPr>
        <p:spPr>
          <a:xfrm rot="16200000">
            <a:off x="461799" y="607704"/>
            <a:ext cx="67506" cy="90008"/>
          </a:xfrm>
          <a:prstGeom prst="ellipse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42" name="Oval 60"/>
          <p:cNvSpPr/>
          <p:nvPr userDrawn="1"/>
        </p:nvSpPr>
        <p:spPr>
          <a:xfrm rot="16200000">
            <a:off x="461799" y="528749"/>
            <a:ext cx="67506" cy="90008"/>
          </a:xfrm>
          <a:prstGeom prst="ellipse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43" name="Oval 61"/>
          <p:cNvSpPr/>
          <p:nvPr userDrawn="1"/>
        </p:nvSpPr>
        <p:spPr>
          <a:xfrm rot="16200000">
            <a:off x="461799" y="449794"/>
            <a:ext cx="67506" cy="90008"/>
          </a:xfrm>
          <a:prstGeom prst="ellipse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44" name="Oval 62"/>
          <p:cNvSpPr/>
          <p:nvPr userDrawn="1"/>
        </p:nvSpPr>
        <p:spPr>
          <a:xfrm rot="16200000">
            <a:off x="461799" y="370838"/>
            <a:ext cx="67506" cy="900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0"/>
          </a:p>
        </p:txBody>
      </p:sp>
      <p:sp>
        <p:nvSpPr>
          <p:cNvPr id="45" name="Rectangle 5"/>
          <p:cNvSpPr>
            <a:spLocks noChangeArrowheads="1"/>
          </p:cNvSpPr>
          <p:nvPr userDrawn="1"/>
        </p:nvSpPr>
        <p:spPr bwMode="auto">
          <a:xfrm>
            <a:off x="0" y="6597354"/>
            <a:ext cx="12192000" cy="185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9056" tIns="34529" rIns="69056" bIns="34529">
            <a:spAutoFit/>
          </a:bodyPr>
          <a:lstStyle/>
          <a:p>
            <a:pPr algn="ctr">
              <a:defRPr/>
            </a:pPr>
            <a:r>
              <a:rPr lang="en-US" sz="750" dirty="0">
                <a:solidFill>
                  <a:schemeClr val="bg1">
                    <a:lumMod val="50000"/>
                  </a:schemeClr>
                </a:solidFill>
                <a:effectLst/>
                <a:latin typeface="+mj-lt"/>
                <a:ea typeface="標楷體" pitchFamily="65" charset="-120"/>
              </a:rPr>
              <a:t>© Development Dimensions International, Inc., 00240582. 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27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6916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802100" y="698590"/>
            <a:ext cx="11277600" cy="812800"/>
          </a:xfrm>
        </p:spPr>
        <p:txBody>
          <a:bodyPr anchor="t">
            <a:normAutofit/>
          </a:bodyPr>
          <a:lstStyle>
            <a:lvl1pPr>
              <a:lnSpc>
                <a:spcPts val="2400"/>
              </a:lnSpc>
              <a:defRPr sz="21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©Development Dimensions International, Inc., 2017. All rights reserved.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534733" y="6416678"/>
            <a:ext cx="609600" cy="365125"/>
          </a:xfrm>
        </p:spPr>
        <p:txBody>
          <a:bodyPr/>
          <a:lstStyle/>
          <a:p>
            <a:fld id="{89698746-2835-4097-ADF7-F4A925C340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802100" y="1557425"/>
            <a:ext cx="9245600" cy="3149600"/>
          </a:xfrm>
        </p:spPr>
        <p:txBody>
          <a:bodyPr/>
          <a:lstStyle>
            <a:lvl1pPr>
              <a:lnSpc>
                <a:spcPts val="2250"/>
              </a:lnSpc>
              <a:defRPr sz="1950">
                <a:solidFill>
                  <a:schemeClr val="tx1"/>
                </a:solidFill>
              </a:defRPr>
            </a:lvl1pPr>
            <a:lvl2pPr>
              <a:defRPr sz="165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82584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5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406400" y="6416677"/>
            <a:ext cx="609600" cy="365125"/>
          </a:xfrm>
        </p:spPr>
        <p:txBody>
          <a:bodyPr/>
          <a:lstStyle/>
          <a:p>
            <a:fld id="{89698746-2835-4097-ADF7-F4A925C340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117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609600" y="842965"/>
            <a:ext cx="11277600" cy="812800"/>
          </a:xfrm>
        </p:spPr>
        <p:txBody>
          <a:bodyPr anchor="t">
            <a:normAutofit/>
          </a:bodyPr>
          <a:lstStyle>
            <a:lvl1pPr>
              <a:lnSpc>
                <a:spcPts val="2400"/>
              </a:lnSpc>
              <a:defRPr sz="21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©Development Dimensions International, Inc., 2017.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406400" y="6416679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fld id="{89698746-2835-4097-ADF7-F4A925C340F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8673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609600" y="733425"/>
            <a:ext cx="109728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ts val="4200"/>
              </a:lnSpc>
              <a:defRPr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609600" y="1828800"/>
            <a:ext cx="10972800" cy="41529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70153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Text Master (one line onl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49224" y="228600"/>
            <a:ext cx="11085576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b="1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41372" y="1371600"/>
            <a:ext cx="10893428" cy="4800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31035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48624" y="381177"/>
            <a:ext cx="89115" cy="383204"/>
            <a:chOff x="738870" y="483317"/>
            <a:chExt cx="71452" cy="409667"/>
          </a:xfrm>
        </p:grpSpPr>
        <p:sp>
          <p:nvSpPr>
            <p:cNvPr id="8" name="Oval 29"/>
            <p:cNvSpPr/>
            <p:nvPr/>
          </p:nvSpPr>
          <p:spPr>
            <a:xfrm rot="16200000">
              <a:off x="738870" y="483317"/>
              <a:ext cx="71452" cy="7145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 baseline="-25000">
                <a:solidFill>
                  <a:schemeClr val="accent1"/>
                </a:solidFill>
              </a:endParaRPr>
            </a:p>
          </p:txBody>
        </p:sp>
        <p:sp>
          <p:nvSpPr>
            <p:cNvPr id="9" name="Oval 25"/>
            <p:cNvSpPr/>
            <p:nvPr/>
          </p:nvSpPr>
          <p:spPr>
            <a:xfrm rot="16200000">
              <a:off x="738870" y="821532"/>
              <a:ext cx="71452" cy="71452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 baseline="-25000">
                <a:solidFill>
                  <a:schemeClr val="accent1"/>
                </a:solidFill>
              </a:endParaRPr>
            </a:p>
          </p:txBody>
        </p:sp>
        <p:sp>
          <p:nvSpPr>
            <p:cNvPr id="10" name="Oval 26"/>
            <p:cNvSpPr/>
            <p:nvPr/>
          </p:nvSpPr>
          <p:spPr>
            <a:xfrm rot="16200000">
              <a:off x="738870" y="737962"/>
              <a:ext cx="71452" cy="7145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 baseline="-25000">
                <a:solidFill>
                  <a:schemeClr val="accent1"/>
                </a:solidFill>
              </a:endParaRPr>
            </a:p>
          </p:txBody>
        </p:sp>
        <p:sp>
          <p:nvSpPr>
            <p:cNvPr id="11" name="Oval 27"/>
            <p:cNvSpPr/>
            <p:nvPr/>
          </p:nvSpPr>
          <p:spPr>
            <a:xfrm rot="16200000">
              <a:off x="738870" y="654391"/>
              <a:ext cx="71452" cy="71452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 baseline="-25000">
                <a:solidFill>
                  <a:schemeClr val="accent1"/>
                </a:solidFill>
              </a:endParaRPr>
            </a:p>
          </p:txBody>
        </p:sp>
        <p:sp>
          <p:nvSpPr>
            <p:cNvPr id="12" name="Oval 28"/>
            <p:cNvSpPr/>
            <p:nvPr/>
          </p:nvSpPr>
          <p:spPr>
            <a:xfrm rot="16200000">
              <a:off x="738870" y="570821"/>
              <a:ext cx="71452" cy="71452"/>
            </a:xfrm>
            <a:prstGeom prst="ellipse">
              <a:avLst/>
            </a:prstGeom>
            <a:solidFill>
              <a:schemeClr val="accent1">
                <a:lumMod val="75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 baseline="-25000">
                <a:solidFill>
                  <a:schemeClr val="accent1"/>
                </a:solidFill>
              </a:endParaRPr>
            </a:p>
          </p:txBody>
        </p:sp>
      </p:grpSp>
      <p:sp>
        <p:nvSpPr>
          <p:cNvPr id="13" name="Donut 8"/>
          <p:cNvSpPr/>
          <p:nvPr userDrawn="1"/>
        </p:nvSpPr>
        <p:spPr>
          <a:xfrm rot="6104502">
            <a:off x="11749062" y="4140177"/>
            <a:ext cx="746757" cy="995676"/>
          </a:xfrm>
          <a:prstGeom prst="donut">
            <a:avLst>
              <a:gd name="adj" fmla="val 15926"/>
            </a:avLst>
          </a:prstGeom>
          <a:solidFill>
            <a:schemeClr val="bg1">
              <a:lumMod val="95000"/>
              <a:alpha val="31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>
              <a:solidFill>
                <a:schemeClr val="tx1"/>
              </a:solidFill>
            </a:endParaRPr>
          </a:p>
        </p:txBody>
      </p:sp>
      <p:sp>
        <p:nvSpPr>
          <p:cNvPr id="14" name="Donut 9"/>
          <p:cNvSpPr/>
          <p:nvPr userDrawn="1"/>
        </p:nvSpPr>
        <p:spPr>
          <a:xfrm rot="6104502">
            <a:off x="5485727" y="5759075"/>
            <a:ext cx="1882845" cy="2510460"/>
          </a:xfrm>
          <a:prstGeom prst="donut">
            <a:avLst>
              <a:gd name="adj" fmla="val 15926"/>
            </a:avLst>
          </a:prstGeom>
          <a:solidFill>
            <a:schemeClr val="bg1">
              <a:lumMod val="95000"/>
              <a:alpha val="13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>
              <a:solidFill>
                <a:schemeClr val="tx1"/>
              </a:solidFill>
            </a:endParaRPr>
          </a:p>
        </p:txBody>
      </p:sp>
      <p:sp>
        <p:nvSpPr>
          <p:cNvPr id="15" name="Donut 10"/>
          <p:cNvSpPr/>
          <p:nvPr userDrawn="1"/>
        </p:nvSpPr>
        <p:spPr>
          <a:xfrm rot="6104502">
            <a:off x="9772939" y="6533226"/>
            <a:ext cx="770608" cy="1027477"/>
          </a:xfrm>
          <a:prstGeom prst="donut">
            <a:avLst>
              <a:gd name="adj" fmla="val 11712"/>
            </a:avLst>
          </a:prstGeom>
          <a:solidFill>
            <a:schemeClr val="bg1">
              <a:lumMod val="95000"/>
              <a:alpha val="54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>
              <a:solidFill>
                <a:schemeClr val="tx1"/>
              </a:solidFill>
            </a:endParaRPr>
          </a:p>
        </p:txBody>
      </p:sp>
      <p:sp>
        <p:nvSpPr>
          <p:cNvPr id="16" name="Donut 11"/>
          <p:cNvSpPr/>
          <p:nvPr userDrawn="1"/>
        </p:nvSpPr>
        <p:spPr>
          <a:xfrm rot="6104502">
            <a:off x="11385311" y="3836020"/>
            <a:ext cx="598920" cy="798560"/>
          </a:xfrm>
          <a:prstGeom prst="donut">
            <a:avLst>
              <a:gd name="adj" fmla="val 11712"/>
            </a:avLst>
          </a:prstGeom>
          <a:solidFill>
            <a:schemeClr val="bg1">
              <a:lumMod val="95000"/>
              <a:alpha val="54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>
              <a:solidFill>
                <a:schemeClr val="tx1"/>
              </a:solidFill>
            </a:endParaRPr>
          </a:p>
        </p:txBody>
      </p:sp>
      <p:sp>
        <p:nvSpPr>
          <p:cNvPr id="17" name="Oval 12"/>
          <p:cNvSpPr/>
          <p:nvPr userDrawn="1"/>
        </p:nvSpPr>
        <p:spPr>
          <a:xfrm rot="6104502">
            <a:off x="11658428" y="4701792"/>
            <a:ext cx="432480" cy="576640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/>
          </a:p>
        </p:txBody>
      </p:sp>
      <p:sp>
        <p:nvSpPr>
          <p:cNvPr id="18" name="Oval 13"/>
          <p:cNvSpPr/>
          <p:nvPr userDrawn="1"/>
        </p:nvSpPr>
        <p:spPr>
          <a:xfrm rot="6104502">
            <a:off x="11044170" y="4355865"/>
            <a:ext cx="224292" cy="299056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/>
          </a:p>
        </p:txBody>
      </p:sp>
      <p:sp>
        <p:nvSpPr>
          <p:cNvPr id="19" name="Donut 14"/>
          <p:cNvSpPr/>
          <p:nvPr userDrawn="1"/>
        </p:nvSpPr>
        <p:spPr>
          <a:xfrm rot="20504502">
            <a:off x="8300183" y="5509149"/>
            <a:ext cx="1699976" cy="1274982"/>
          </a:xfrm>
          <a:prstGeom prst="donut">
            <a:avLst>
              <a:gd name="adj" fmla="val 15926"/>
            </a:avLst>
          </a:prstGeom>
          <a:solidFill>
            <a:schemeClr val="bg1">
              <a:lumMod val="95000"/>
              <a:alpha val="42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>
              <a:solidFill>
                <a:schemeClr val="tx1"/>
              </a:solidFill>
            </a:endParaRPr>
          </a:p>
        </p:txBody>
      </p:sp>
      <p:sp>
        <p:nvSpPr>
          <p:cNvPr id="20" name="Oval 16"/>
          <p:cNvSpPr/>
          <p:nvPr userDrawn="1"/>
        </p:nvSpPr>
        <p:spPr>
          <a:xfrm rot="20504502">
            <a:off x="7294981" y="6278058"/>
            <a:ext cx="658172" cy="493629"/>
          </a:xfrm>
          <a:prstGeom prst="ellipse">
            <a:avLst/>
          </a:prstGeom>
          <a:solidFill>
            <a:schemeClr val="bg1">
              <a:lumMod val="95000"/>
              <a:alpha val="39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/>
          </a:p>
        </p:txBody>
      </p:sp>
      <p:sp>
        <p:nvSpPr>
          <p:cNvPr id="21" name="Oval 17"/>
          <p:cNvSpPr/>
          <p:nvPr userDrawn="1"/>
        </p:nvSpPr>
        <p:spPr>
          <a:xfrm rot="20504502">
            <a:off x="8941435" y="5315363"/>
            <a:ext cx="512483" cy="384362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/>
          </a:p>
        </p:txBody>
      </p:sp>
      <p:sp>
        <p:nvSpPr>
          <p:cNvPr id="22" name="Donut 18"/>
          <p:cNvSpPr/>
          <p:nvPr userDrawn="1"/>
        </p:nvSpPr>
        <p:spPr>
          <a:xfrm rot="20504502">
            <a:off x="7453974" y="5630799"/>
            <a:ext cx="2510460" cy="1882845"/>
          </a:xfrm>
          <a:prstGeom prst="donut">
            <a:avLst>
              <a:gd name="adj" fmla="val 15926"/>
            </a:avLst>
          </a:prstGeom>
          <a:solidFill>
            <a:schemeClr val="bg1">
              <a:lumMod val="95000"/>
              <a:alpha val="13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>
              <a:solidFill>
                <a:schemeClr val="tx1"/>
              </a:solidFill>
            </a:endParaRPr>
          </a:p>
        </p:txBody>
      </p:sp>
      <p:sp>
        <p:nvSpPr>
          <p:cNvPr id="23" name="Donut 20"/>
          <p:cNvSpPr/>
          <p:nvPr userDrawn="1"/>
        </p:nvSpPr>
        <p:spPr>
          <a:xfrm rot="20504502">
            <a:off x="9566808" y="5288131"/>
            <a:ext cx="798560" cy="598920"/>
          </a:xfrm>
          <a:prstGeom prst="donut">
            <a:avLst>
              <a:gd name="adj" fmla="val 11712"/>
            </a:avLst>
          </a:prstGeom>
          <a:solidFill>
            <a:schemeClr val="bg1">
              <a:lumMod val="95000"/>
              <a:alpha val="54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>
              <a:solidFill>
                <a:schemeClr val="tx1"/>
              </a:solidFill>
            </a:endParaRPr>
          </a:p>
        </p:txBody>
      </p:sp>
      <p:sp>
        <p:nvSpPr>
          <p:cNvPr id="24" name="Donut 21"/>
          <p:cNvSpPr/>
          <p:nvPr userDrawn="1"/>
        </p:nvSpPr>
        <p:spPr>
          <a:xfrm rot="20504502">
            <a:off x="11585707" y="6287957"/>
            <a:ext cx="1027477" cy="770608"/>
          </a:xfrm>
          <a:prstGeom prst="donut">
            <a:avLst>
              <a:gd name="adj" fmla="val 24020"/>
            </a:avLst>
          </a:prstGeom>
          <a:solidFill>
            <a:schemeClr val="bg1">
              <a:lumMod val="95000"/>
              <a:alpha val="54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>
              <a:solidFill>
                <a:schemeClr val="tx1"/>
              </a:solidFill>
            </a:endParaRPr>
          </a:p>
        </p:txBody>
      </p:sp>
      <p:sp>
        <p:nvSpPr>
          <p:cNvPr id="25" name="Oval 22"/>
          <p:cNvSpPr/>
          <p:nvPr userDrawn="1"/>
        </p:nvSpPr>
        <p:spPr>
          <a:xfrm rot="20504502">
            <a:off x="7421833" y="5544419"/>
            <a:ext cx="299056" cy="224292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/>
          </a:p>
        </p:txBody>
      </p:sp>
      <p:sp>
        <p:nvSpPr>
          <p:cNvPr id="26" name="Oval 23"/>
          <p:cNvSpPr/>
          <p:nvPr userDrawn="1"/>
        </p:nvSpPr>
        <p:spPr>
          <a:xfrm rot="20504502">
            <a:off x="4271797" y="6342623"/>
            <a:ext cx="576640" cy="432480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/>
          </a:p>
        </p:txBody>
      </p:sp>
      <p:sp>
        <p:nvSpPr>
          <p:cNvPr id="27" name="Donut 27"/>
          <p:cNvSpPr/>
          <p:nvPr userDrawn="1"/>
        </p:nvSpPr>
        <p:spPr>
          <a:xfrm rot="10604502">
            <a:off x="11498270" y="3334944"/>
            <a:ext cx="995676" cy="746757"/>
          </a:xfrm>
          <a:prstGeom prst="donut">
            <a:avLst>
              <a:gd name="adj" fmla="val 15926"/>
            </a:avLst>
          </a:prstGeom>
          <a:solidFill>
            <a:schemeClr val="bg1">
              <a:lumMod val="95000"/>
              <a:alpha val="31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>
              <a:solidFill>
                <a:schemeClr val="tx1"/>
              </a:solidFill>
            </a:endParaRPr>
          </a:p>
        </p:txBody>
      </p:sp>
      <p:sp>
        <p:nvSpPr>
          <p:cNvPr id="28" name="Oval 28"/>
          <p:cNvSpPr/>
          <p:nvPr userDrawn="1"/>
        </p:nvSpPr>
        <p:spPr>
          <a:xfrm rot="10604502">
            <a:off x="11864731" y="3212976"/>
            <a:ext cx="512483" cy="384362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/>
          </a:p>
        </p:txBody>
      </p:sp>
      <p:sp>
        <p:nvSpPr>
          <p:cNvPr id="29" name="Donut 29"/>
          <p:cNvSpPr/>
          <p:nvPr userDrawn="1"/>
        </p:nvSpPr>
        <p:spPr>
          <a:xfrm rot="10604502">
            <a:off x="9941662" y="4482623"/>
            <a:ext cx="2510460" cy="1882845"/>
          </a:xfrm>
          <a:prstGeom prst="donut">
            <a:avLst>
              <a:gd name="adj" fmla="val 15926"/>
            </a:avLst>
          </a:prstGeom>
          <a:solidFill>
            <a:schemeClr val="bg1">
              <a:lumMod val="95000"/>
              <a:alpha val="13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>
              <a:solidFill>
                <a:schemeClr val="tx1"/>
              </a:solidFill>
            </a:endParaRPr>
          </a:p>
        </p:txBody>
      </p:sp>
      <p:sp>
        <p:nvSpPr>
          <p:cNvPr id="30" name="Donut 30"/>
          <p:cNvSpPr/>
          <p:nvPr userDrawn="1"/>
        </p:nvSpPr>
        <p:spPr>
          <a:xfrm rot="10604502">
            <a:off x="10787825" y="4251836"/>
            <a:ext cx="798560" cy="598920"/>
          </a:xfrm>
          <a:prstGeom prst="donut">
            <a:avLst>
              <a:gd name="adj" fmla="val 11712"/>
            </a:avLst>
          </a:prstGeom>
          <a:solidFill>
            <a:schemeClr val="bg1">
              <a:lumMod val="95000"/>
              <a:alpha val="54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>
              <a:solidFill>
                <a:schemeClr val="tx1"/>
              </a:solidFill>
            </a:endParaRPr>
          </a:p>
        </p:txBody>
      </p:sp>
      <p:sp>
        <p:nvSpPr>
          <p:cNvPr id="31" name="Donut 31"/>
          <p:cNvSpPr/>
          <p:nvPr userDrawn="1"/>
        </p:nvSpPr>
        <p:spPr>
          <a:xfrm rot="10604502">
            <a:off x="4563411" y="6414906"/>
            <a:ext cx="1027477" cy="770608"/>
          </a:xfrm>
          <a:prstGeom prst="donut">
            <a:avLst>
              <a:gd name="adj" fmla="val 24020"/>
            </a:avLst>
          </a:prstGeom>
          <a:solidFill>
            <a:schemeClr val="bg1">
              <a:lumMod val="95000"/>
              <a:alpha val="54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>
              <a:solidFill>
                <a:schemeClr val="tx1"/>
              </a:solidFill>
            </a:endParaRPr>
          </a:p>
        </p:txBody>
      </p:sp>
      <p:sp>
        <p:nvSpPr>
          <p:cNvPr id="32" name="Oval 32"/>
          <p:cNvSpPr/>
          <p:nvPr userDrawn="1"/>
        </p:nvSpPr>
        <p:spPr>
          <a:xfrm rot="10604502">
            <a:off x="11511159" y="4138386"/>
            <a:ext cx="299056" cy="224292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/>
          </a:p>
        </p:txBody>
      </p:sp>
      <p:sp>
        <p:nvSpPr>
          <p:cNvPr id="33" name="Oval 33"/>
          <p:cNvSpPr/>
          <p:nvPr userDrawn="1"/>
        </p:nvSpPr>
        <p:spPr>
          <a:xfrm rot="10604502">
            <a:off x="8232076" y="6308631"/>
            <a:ext cx="576640" cy="432480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/>
          </a:p>
        </p:txBody>
      </p:sp>
      <p:sp>
        <p:nvSpPr>
          <p:cNvPr id="34" name="Oval 34"/>
          <p:cNvSpPr/>
          <p:nvPr userDrawn="1"/>
        </p:nvSpPr>
        <p:spPr>
          <a:xfrm rot="10604502">
            <a:off x="4956088" y="6024307"/>
            <a:ext cx="299056" cy="224292"/>
          </a:xfrm>
          <a:prstGeom prst="ellipse">
            <a:avLst/>
          </a:prstGeom>
          <a:solidFill>
            <a:schemeClr val="bg1">
              <a:lumMod val="95000"/>
              <a:alpha val="47000"/>
            </a:schemeClr>
          </a:solidFill>
          <a:ln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/>
          </a:p>
        </p:txBody>
      </p:sp>
      <p:sp>
        <p:nvSpPr>
          <p:cNvPr id="35" name="Freeform 33"/>
          <p:cNvSpPr>
            <a:spLocks noEditPoints="1"/>
          </p:cNvSpPr>
          <p:nvPr userDrawn="1"/>
        </p:nvSpPr>
        <p:spPr bwMode="auto">
          <a:xfrm>
            <a:off x="9362124" y="5899980"/>
            <a:ext cx="990531" cy="741054"/>
          </a:xfrm>
          <a:custGeom>
            <a:avLst/>
            <a:gdLst>
              <a:gd name="T0" fmla="*/ 415 w 1209"/>
              <a:gd name="T1" fmla="*/ 1063 h 1206"/>
              <a:gd name="T2" fmla="*/ 260 w 1209"/>
              <a:gd name="T3" fmla="*/ 841 h 1206"/>
              <a:gd name="T4" fmla="*/ 122 w 1209"/>
              <a:gd name="T5" fmla="*/ 968 h 1206"/>
              <a:gd name="T6" fmla="*/ 256 w 1209"/>
              <a:gd name="T7" fmla="*/ 1098 h 1206"/>
              <a:gd name="T8" fmla="*/ 424 w 1209"/>
              <a:gd name="T9" fmla="*/ 1181 h 1206"/>
              <a:gd name="T10" fmla="*/ 242 w 1209"/>
              <a:gd name="T11" fmla="*/ 804 h 1206"/>
              <a:gd name="T12" fmla="*/ 0 w 1209"/>
              <a:gd name="T13" fmla="*/ 625 h 1206"/>
              <a:gd name="T14" fmla="*/ 27 w 1209"/>
              <a:gd name="T15" fmla="*/ 787 h 1206"/>
              <a:gd name="T16" fmla="*/ 207 w 1209"/>
              <a:gd name="T17" fmla="*/ 464 h 1206"/>
              <a:gd name="T18" fmla="*/ 9 w 1209"/>
              <a:gd name="T19" fmla="*/ 489 h 1206"/>
              <a:gd name="T20" fmla="*/ 449 w 1209"/>
              <a:gd name="T21" fmla="*/ 433 h 1206"/>
              <a:gd name="T22" fmla="*/ 440 w 1209"/>
              <a:gd name="T23" fmla="*/ 640 h 1206"/>
              <a:gd name="T24" fmla="*/ 587 w 1209"/>
              <a:gd name="T25" fmla="*/ 804 h 1206"/>
              <a:gd name="T26" fmla="*/ 536 w 1209"/>
              <a:gd name="T27" fmla="*/ 1030 h 1206"/>
              <a:gd name="T28" fmla="*/ 61 w 1209"/>
              <a:gd name="T29" fmla="*/ 338 h 1206"/>
              <a:gd name="T30" fmla="*/ 166 w 1209"/>
              <a:gd name="T31" fmla="*/ 186 h 1206"/>
              <a:gd name="T32" fmla="*/ 312 w 1209"/>
              <a:gd name="T33" fmla="*/ 74 h 1206"/>
              <a:gd name="T34" fmla="*/ 485 w 1209"/>
              <a:gd name="T35" fmla="*/ 11 h 1206"/>
              <a:gd name="T36" fmla="*/ 449 w 1209"/>
              <a:gd name="T37" fmla="*/ 94 h 1206"/>
              <a:gd name="T38" fmla="*/ 273 w 1209"/>
              <a:gd name="T39" fmla="*/ 303 h 1206"/>
              <a:gd name="T40" fmla="*/ 545 w 1209"/>
              <a:gd name="T41" fmla="*/ 129 h 1206"/>
              <a:gd name="T42" fmla="*/ 427 w 1209"/>
              <a:gd name="T43" fmla="*/ 357 h 1206"/>
              <a:gd name="T44" fmla="*/ 521 w 1209"/>
              <a:gd name="T45" fmla="*/ 94 h 1206"/>
              <a:gd name="T46" fmla="*/ 432 w 1209"/>
              <a:gd name="T47" fmla="*/ 159 h 1206"/>
              <a:gd name="T48" fmla="*/ 299 w 1209"/>
              <a:gd name="T49" fmla="*/ 336 h 1206"/>
              <a:gd name="T50" fmla="*/ 404 w 1209"/>
              <a:gd name="T51" fmla="*/ 515 h 1206"/>
              <a:gd name="T52" fmla="*/ 236 w 1209"/>
              <a:gd name="T53" fmla="*/ 504 h 1206"/>
              <a:gd name="T54" fmla="*/ 403 w 1209"/>
              <a:gd name="T55" fmla="*/ 646 h 1206"/>
              <a:gd name="T56" fmla="*/ 271 w 1209"/>
              <a:gd name="T57" fmla="*/ 783 h 1206"/>
              <a:gd name="T58" fmla="*/ 643 w 1209"/>
              <a:gd name="T59" fmla="*/ 1206 h 1206"/>
              <a:gd name="T60" fmla="*/ 815 w 1209"/>
              <a:gd name="T61" fmla="*/ 1039 h 1206"/>
              <a:gd name="T62" fmla="*/ 1160 w 1209"/>
              <a:gd name="T63" fmla="*/ 841 h 1206"/>
              <a:gd name="T64" fmla="*/ 1073 w 1209"/>
              <a:gd name="T65" fmla="*/ 984 h 1206"/>
              <a:gd name="T66" fmla="*/ 936 w 1209"/>
              <a:gd name="T67" fmla="*/ 1108 h 1206"/>
              <a:gd name="T68" fmla="*/ 767 w 1209"/>
              <a:gd name="T69" fmla="*/ 1185 h 1206"/>
              <a:gd name="T70" fmla="*/ 968 w 1209"/>
              <a:gd name="T71" fmla="*/ 804 h 1206"/>
              <a:gd name="T72" fmla="*/ 1208 w 1209"/>
              <a:gd name="T73" fmla="*/ 648 h 1206"/>
              <a:gd name="T74" fmla="*/ 1018 w 1209"/>
              <a:gd name="T75" fmla="*/ 587 h 1206"/>
              <a:gd name="T76" fmla="*/ 981 w 1209"/>
              <a:gd name="T77" fmla="*/ 394 h 1206"/>
              <a:gd name="T78" fmla="*/ 1209 w 1209"/>
              <a:gd name="T79" fmla="*/ 587 h 1206"/>
              <a:gd name="T80" fmla="*/ 865 w 1209"/>
              <a:gd name="T81" fmla="*/ 203 h 1206"/>
              <a:gd name="T82" fmla="*/ 645 w 1209"/>
              <a:gd name="T83" fmla="*/ 0 h 1206"/>
              <a:gd name="T84" fmla="*/ 823 w 1209"/>
              <a:gd name="T85" fmla="*/ 42 h 1206"/>
              <a:gd name="T86" fmla="*/ 982 w 1209"/>
              <a:gd name="T87" fmla="*/ 133 h 1206"/>
              <a:gd name="T88" fmla="*/ 1107 w 1209"/>
              <a:gd name="T89" fmla="*/ 267 h 1206"/>
              <a:gd name="T90" fmla="*/ 647 w 1209"/>
              <a:gd name="T91" fmla="*/ 96 h 1206"/>
              <a:gd name="T92" fmla="*/ 624 w 1209"/>
              <a:gd name="T93" fmla="*/ 58 h 1206"/>
              <a:gd name="T94" fmla="*/ 769 w 1209"/>
              <a:gd name="T95" fmla="*/ 566 h 1206"/>
              <a:gd name="T96" fmla="*/ 765 w 1209"/>
              <a:gd name="T97" fmla="*/ 693 h 1206"/>
              <a:gd name="T98" fmla="*/ 712 w 1209"/>
              <a:gd name="T99" fmla="*/ 918 h 1206"/>
              <a:gd name="T100" fmla="*/ 784 w 1209"/>
              <a:gd name="T101" fmla="*/ 357 h 1206"/>
              <a:gd name="T102" fmla="*/ 700 w 1209"/>
              <a:gd name="T103" fmla="*/ 114 h 1206"/>
              <a:gd name="T104" fmla="*/ 762 w 1209"/>
              <a:gd name="T105" fmla="*/ 144 h 1206"/>
              <a:gd name="T106" fmla="*/ 897 w 1209"/>
              <a:gd name="T107" fmla="*/ 313 h 1206"/>
              <a:gd name="T108" fmla="*/ 807 w 1209"/>
              <a:gd name="T109" fmla="*/ 587 h 1206"/>
              <a:gd name="T110" fmla="*/ 940 w 1209"/>
              <a:gd name="T111" fmla="*/ 394 h 1206"/>
              <a:gd name="T112" fmla="*/ 784 w 1209"/>
              <a:gd name="T113" fmla="*/ 804 h 1206"/>
              <a:gd name="T114" fmla="*/ 980 w 1209"/>
              <a:gd name="T115" fmla="*/ 625 h 1206"/>
              <a:gd name="T116" fmla="*/ 691 w 1209"/>
              <a:gd name="T117" fmla="*/ 1073 h 1206"/>
              <a:gd name="T118" fmla="*/ 857 w 1209"/>
              <a:gd name="T119" fmla="*/ 926 h 1206"/>
              <a:gd name="T120" fmla="*/ 484 w 1209"/>
              <a:gd name="T121" fmla="*/ 998 h 1206"/>
              <a:gd name="T122" fmla="*/ 482 w 1209"/>
              <a:gd name="T123" fmla="*/ 1083 h 1206"/>
              <a:gd name="T124" fmla="*/ 300 w 1209"/>
              <a:gd name="T125" fmla="*/ 841 h 1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209" h="1206">
                <a:moveTo>
                  <a:pt x="567" y="1206"/>
                </a:moveTo>
                <a:lnTo>
                  <a:pt x="567" y="1206"/>
                </a:lnTo>
                <a:lnTo>
                  <a:pt x="546" y="1189"/>
                </a:lnTo>
                <a:lnTo>
                  <a:pt x="524" y="1171"/>
                </a:lnTo>
                <a:lnTo>
                  <a:pt x="502" y="1151"/>
                </a:lnTo>
                <a:lnTo>
                  <a:pt x="480" y="1130"/>
                </a:lnTo>
                <a:lnTo>
                  <a:pt x="458" y="1109"/>
                </a:lnTo>
                <a:lnTo>
                  <a:pt x="436" y="1086"/>
                </a:lnTo>
                <a:lnTo>
                  <a:pt x="415" y="1063"/>
                </a:lnTo>
                <a:lnTo>
                  <a:pt x="395" y="1040"/>
                </a:lnTo>
                <a:lnTo>
                  <a:pt x="375" y="1016"/>
                </a:lnTo>
                <a:lnTo>
                  <a:pt x="356" y="991"/>
                </a:lnTo>
                <a:lnTo>
                  <a:pt x="337" y="966"/>
                </a:lnTo>
                <a:lnTo>
                  <a:pt x="320" y="941"/>
                </a:lnTo>
                <a:lnTo>
                  <a:pt x="303" y="916"/>
                </a:lnTo>
                <a:lnTo>
                  <a:pt x="287" y="890"/>
                </a:lnTo>
                <a:lnTo>
                  <a:pt x="273" y="866"/>
                </a:lnTo>
                <a:lnTo>
                  <a:pt x="260" y="841"/>
                </a:lnTo>
                <a:lnTo>
                  <a:pt x="49" y="841"/>
                </a:lnTo>
                <a:lnTo>
                  <a:pt x="49" y="841"/>
                </a:lnTo>
                <a:lnTo>
                  <a:pt x="57" y="860"/>
                </a:lnTo>
                <a:lnTo>
                  <a:pt x="66" y="879"/>
                </a:lnTo>
                <a:lnTo>
                  <a:pt x="76" y="897"/>
                </a:lnTo>
                <a:lnTo>
                  <a:pt x="87" y="916"/>
                </a:lnTo>
                <a:lnTo>
                  <a:pt x="98" y="934"/>
                </a:lnTo>
                <a:lnTo>
                  <a:pt x="110" y="951"/>
                </a:lnTo>
                <a:lnTo>
                  <a:pt x="122" y="968"/>
                </a:lnTo>
                <a:lnTo>
                  <a:pt x="135" y="984"/>
                </a:lnTo>
                <a:lnTo>
                  <a:pt x="148" y="1000"/>
                </a:lnTo>
                <a:lnTo>
                  <a:pt x="162" y="1016"/>
                </a:lnTo>
                <a:lnTo>
                  <a:pt x="177" y="1031"/>
                </a:lnTo>
                <a:lnTo>
                  <a:pt x="192" y="1045"/>
                </a:lnTo>
                <a:lnTo>
                  <a:pt x="207" y="1059"/>
                </a:lnTo>
                <a:lnTo>
                  <a:pt x="223" y="1073"/>
                </a:lnTo>
                <a:lnTo>
                  <a:pt x="239" y="1086"/>
                </a:lnTo>
                <a:lnTo>
                  <a:pt x="256" y="1098"/>
                </a:lnTo>
                <a:lnTo>
                  <a:pt x="273" y="1110"/>
                </a:lnTo>
                <a:lnTo>
                  <a:pt x="291" y="1121"/>
                </a:lnTo>
                <a:lnTo>
                  <a:pt x="310" y="1131"/>
                </a:lnTo>
                <a:lnTo>
                  <a:pt x="328" y="1141"/>
                </a:lnTo>
                <a:lnTo>
                  <a:pt x="346" y="1151"/>
                </a:lnTo>
                <a:lnTo>
                  <a:pt x="365" y="1159"/>
                </a:lnTo>
                <a:lnTo>
                  <a:pt x="385" y="1167"/>
                </a:lnTo>
                <a:lnTo>
                  <a:pt x="404" y="1175"/>
                </a:lnTo>
                <a:lnTo>
                  <a:pt x="424" y="1181"/>
                </a:lnTo>
                <a:lnTo>
                  <a:pt x="444" y="1187"/>
                </a:lnTo>
                <a:lnTo>
                  <a:pt x="464" y="1192"/>
                </a:lnTo>
                <a:lnTo>
                  <a:pt x="484" y="1197"/>
                </a:lnTo>
                <a:lnTo>
                  <a:pt x="505" y="1200"/>
                </a:lnTo>
                <a:lnTo>
                  <a:pt x="526" y="1203"/>
                </a:lnTo>
                <a:lnTo>
                  <a:pt x="546" y="1205"/>
                </a:lnTo>
                <a:lnTo>
                  <a:pt x="567" y="1206"/>
                </a:lnTo>
                <a:close/>
                <a:moveTo>
                  <a:pt x="242" y="804"/>
                </a:moveTo>
                <a:lnTo>
                  <a:pt x="242" y="804"/>
                </a:lnTo>
                <a:lnTo>
                  <a:pt x="233" y="782"/>
                </a:lnTo>
                <a:lnTo>
                  <a:pt x="225" y="760"/>
                </a:lnTo>
                <a:lnTo>
                  <a:pt x="218" y="739"/>
                </a:lnTo>
                <a:lnTo>
                  <a:pt x="211" y="717"/>
                </a:lnTo>
                <a:lnTo>
                  <a:pt x="206" y="694"/>
                </a:lnTo>
                <a:lnTo>
                  <a:pt x="202" y="672"/>
                </a:lnTo>
                <a:lnTo>
                  <a:pt x="198" y="649"/>
                </a:lnTo>
                <a:lnTo>
                  <a:pt x="195" y="625"/>
                </a:lnTo>
                <a:lnTo>
                  <a:pt x="0" y="625"/>
                </a:lnTo>
                <a:lnTo>
                  <a:pt x="0" y="641"/>
                </a:lnTo>
                <a:lnTo>
                  <a:pt x="0" y="641"/>
                </a:lnTo>
                <a:lnTo>
                  <a:pt x="1" y="660"/>
                </a:lnTo>
                <a:lnTo>
                  <a:pt x="3" y="680"/>
                </a:lnTo>
                <a:lnTo>
                  <a:pt x="6" y="702"/>
                </a:lnTo>
                <a:lnTo>
                  <a:pt x="10" y="724"/>
                </a:lnTo>
                <a:lnTo>
                  <a:pt x="15" y="746"/>
                </a:lnTo>
                <a:lnTo>
                  <a:pt x="21" y="767"/>
                </a:lnTo>
                <a:lnTo>
                  <a:pt x="27" y="787"/>
                </a:lnTo>
                <a:lnTo>
                  <a:pt x="34" y="804"/>
                </a:lnTo>
                <a:lnTo>
                  <a:pt x="242" y="804"/>
                </a:lnTo>
                <a:close/>
                <a:moveTo>
                  <a:pt x="193" y="587"/>
                </a:moveTo>
                <a:lnTo>
                  <a:pt x="193" y="587"/>
                </a:lnTo>
                <a:lnTo>
                  <a:pt x="193" y="564"/>
                </a:lnTo>
                <a:lnTo>
                  <a:pt x="195" y="540"/>
                </a:lnTo>
                <a:lnTo>
                  <a:pt x="197" y="514"/>
                </a:lnTo>
                <a:lnTo>
                  <a:pt x="201" y="489"/>
                </a:lnTo>
                <a:lnTo>
                  <a:pt x="207" y="464"/>
                </a:lnTo>
                <a:lnTo>
                  <a:pt x="213" y="439"/>
                </a:lnTo>
                <a:lnTo>
                  <a:pt x="221" y="416"/>
                </a:lnTo>
                <a:lnTo>
                  <a:pt x="229" y="394"/>
                </a:lnTo>
                <a:lnTo>
                  <a:pt x="36" y="394"/>
                </a:lnTo>
                <a:lnTo>
                  <a:pt x="36" y="394"/>
                </a:lnTo>
                <a:lnTo>
                  <a:pt x="29" y="417"/>
                </a:lnTo>
                <a:lnTo>
                  <a:pt x="22" y="441"/>
                </a:lnTo>
                <a:lnTo>
                  <a:pt x="15" y="465"/>
                </a:lnTo>
                <a:lnTo>
                  <a:pt x="9" y="489"/>
                </a:lnTo>
                <a:lnTo>
                  <a:pt x="5" y="514"/>
                </a:lnTo>
                <a:lnTo>
                  <a:pt x="2" y="539"/>
                </a:lnTo>
                <a:lnTo>
                  <a:pt x="0" y="563"/>
                </a:lnTo>
                <a:lnTo>
                  <a:pt x="0" y="587"/>
                </a:lnTo>
                <a:lnTo>
                  <a:pt x="193" y="587"/>
                </a:lnTo>
                <a:close/>
                <a:moveTo>
                  <a:pt x="456" y="394"/>
                </a:moveTo>
                <a:lnTo>
                  <a:pt x="456" y="394"/>
                </a:lnTo>
                <a:lnTo>
                  <a:pt x="452" y="413"/>
                </a:lnTo>
                <a:lnTo>
                  <a:pt x="449" y="433"/>
                </a:lnTo>
                <a:lnTo>
                  <a:pt x="444" y="473"/>
                </a:lnTo>
                <a:lnTo>
                  <a:pt x="441" y="514"/>
                </a:lnTo>
                <a:lnTo>
                  <a:pt x="440" y="553"/>
                </a:lnTo>
                <a:lnTo>
                  <a:pt x="440" y="587"/>
                </a:lnTo>
                <a:lnTo>
                  <a:pt x="587" y="587"/>
                </a:lnTo>
                <a:lnTo>
                  <a:pt x="587" y="394"/>
                </a:lnTo>
                <a:lnTo>
                  <a:pt x="456" y="394"/>
                </a:lnTo>
                <a:close/>
                <a:moveTo>
                  <a:pt x="440" y="625"/>
                </a:moveTo>
                <a:lnTo>
                  <a:pt x="440" y="640"/>
                </a:lnTo>
                <a:lnTo>
                  <a:pt x="440" y="640"/>
                </a:lnTo>
                <a:lnTo>
                  <a:pt x="441" y="658"/>
                </a:lnTo>
                <a:lnTo>
                  <a:pt x="442" y="678"/>
                </a:lnTo>
                <a:lnTo>
                  <a:pt x="445" y="700"/>
                </a:lnTo>
                <a:lnTo>
                  <a:pt x="448" y="723"/>
                </a:lnTo>
                <a:lnTo>
                  <a:pt x="456" y="767"/>
                </a:lnTo>
                <a:lnTo>
                  <a:pt x="461" y="787"/>
                </a:lnTo>
                <a:lnTo>
                  <a:pt x="466" y="804"/>
                </a:lnTo>
                <a:lnTo>
                  <a:pt x="587" y="804"/>
                </a:lnTo>
                <a:lnTo>
                  <a:pt x="587" y="625"/>
                </a:lnTo>
                <a:lnTo>
                  <a:pt x="440" y="625"/>
                </a:lnTo>
                <a:close/>
                <a:moveTo>
                  <a:pt x="475" y="841"/>
                </a:moveTo>
                <a:lnTo>
                  <a:pt x="475" y="841"/>
                </a:lnTo>
                <a:lnTo>
                  <a:pt x="485" y="879"/>
                </a:lnTo>
                <a:lnTo>
                  <a:pt x="496" y="918"/>
                </a:lnTo>
                <a:lnTo>
                  <a:pt x="508" y="955"/>
                </a:lnTo>
                <a:lnTo>
                  <a:pt x="522" y="993"/>
                </a:lnTo>
                <a:lnTo>
                  <a:pt x="536" y="1030"/>
                </a:lnTo>
                <a:lnTo>
                  <a:pt x="551" y="1066"/>
                </a:lnTo>
                <a:lnTo>
                  <a:pt x="568" y="1102"/>
                </a:lnTo>
                <a:lnTo>
                  <a:pt x="587" y="1136"/>
                </a:lnTo>
                <a:lnTo>
                  <a:pt x="587" y="841"/>
                </a:lnTo>
                <a:lnTo>
                  <a:pt x="475" y="841"/>
                </a:lnTo>
                <a:close/>
                <a:moveTo>
                  <a:pt x="245" y="357"/>
                </a:moveTo>
                <a:lnTo>
                  <a:pt x="52" y="357"/>
                </a:lnTo>
                <a:lnTo>
                  <a:pt x="52" y="357"/>
                </a:lnTo>
                <a:lnTo>
                  <a:pt x="61" y="338"/>
                </a:lnTo>
                <a:lnTo>
                  <a:pt x="70" y="319"/>
                </a:lnTo>
                <a:lnTo>
                  <a:pt x="80" y="300"/>
                </a:lnTo>
                <a:lnTo>
                  <a:pt x="91" y="283"/>
                </a:lnTo>
                <a:lnTo>
                  <a:pt x="102" y="265"/>
                </a:lnTo>
                <a:lnTo>
                  <a:pt x="114" y="249"/>
                </a:lnTo>
                <a:lnTo>
                  <a:pt x="126" y="232"/>
                </a:lnTo>
                <a:lnTo>
                  <a:pt x="139" y="216"/>
                </a:lnTo>
                <a:lnTo>
                  <a:pt x="152" y="201"/>
                </a:lnTo>
                <a:lnTo>
                  <a:pt x="166" y="186"/>
                </a:lnTo>
                <a:lnTo>
                  <a:pt x="181" y="171"/>
                </a:lnTo>
                <a:lnTo>
                  <a:pt x="196" y="157"/>
                </a:lnTo>
                <a:lnTo>
                  <a:pt x="211" y="144"/>
                </a:lnTo>
                <a:lnTo>
                  <a:pt x="227" y="131"/>
                </a:lnTo>
                <a:lnTo>
                  <a:pt x="243" y="118"/>
                </a:lnTo>
                <a:lnTo>
                  <a:pt x="259" y="107"/>
                </a:lnTo>
                <a:lnTo>
                  <a:pt x="276" y="95"/>
                </a:lnTo>
                <a:lnTo>
                  <a:pt x="294" y="84"/>
                </a:lnTo>
                <a:lnTo>
                  <a:pt x="312" y="74"/>
                </a:lnTo>
                <a:lnTo>
                  <a:pt x="330" y="65"/>
                </a:lnTo>
                <a:lnTo>
                  <a:pt x="349" y="56"/>
                </a:lnTo>
                <a:lnTo>
                  <a:pt x="367" y="47"/>
                </a:lnTo>
                <a:lnTo>
                  <a:pt x="386" y="39"/>
                </a:lnTo>
                <a:lnTo>
                  <a:pt x="406" y="32"/>
                </a:lnTo>
                <a:lnTo>
                  <a:pt x="425" y="26"/>
                </a:lnTo>
                <a:lnTo>
                  <a:pt x="445" y="20"/>
                </a:lnTo>
                <a:lnTo>
                  <a:pt x="465" y="15"/>
                </a:lnTo>
                <a:lnTo>
                  <a:pt x="485" y="11"/>
                </a:lnTo>
                <a:lnTo>
                  <a:pt x="505" y="7"/>
                </a:lnTo>
                <a:lnTo>
                  <a:pt x="525" y="4"/>
                </a:lnTo>
                <a:lnTo>
                  <a:pt x="546" y="1"/>
                </a:lnTo>
                <a:lnTo>
                  <a:pt x="567" y="0"/>
                </a:lnTo>
                <a:lnTo>
                  <a:pt x="567" y="0"/>
                </a:lnTo>
                <a:lnTo>
                  <a:pt x="519" y="36"/>
                </a:lnTo>
                <a:lnTo>
                  <a:pt x="495" y="55"/>
                </a:lnTo>
                <a:lnTo>
                  <a:pt x="472" y="74"/>
                </a:lnTo>
                <a:lnTo>
                  <a:pt x="449" y="94"/>
                </a:lnTo>
                <a:lnTo>
                  <a:pt x="427" y="115"/>
                </a:lnTo>
                <a:lnTo>
                  <a:pt x="405" y="136"/>
                </a:lnTo>
                <a:lnTo>
                  <a:pt x="384" y="158"/>
                </a:lnTo>
                <a:lnTo>
                  <a:pt x="363" y="180"/>
                </a:lnTo>
                <a:lnTo>
                  <a:pt x="343" y="203"/>
                </a:lnTo>
                <a:lnTo>
                  <a:pt x="325" y="227"/>
                </a:lnTo>
                <a:lnTo>
                  <a:pt x="307" y="251"/>
                </a:lnTo>
                <a:lnTo>
                  <a:pt x="289" y="276"/>
                </a:lnTo>
                <a:lnTo>
                  <a:pt x="273" y="303"/>
                </a:lnTo>
                <a:lnTo>
                  <a:pt x="259" y="329"/>
                </a:lnTo>
                <a:lnTo>
                  <a:pt x="245" y="357"/>
                </a:lnTo>
                <a:lnTo>
                  <a:pt x="245" y="357"/>
                </a:lnTo>
                <a:close/>
                <a:moveTo>
                  <a:pt x="464" y="357"/>
                </a:moveTo>
                <a:lnTo>
                  <a:pt x="587" y="357"/>
                </a:lnTo>
                <a:lnTo>
                  <a:pt x="587" y="60"/>
                </a:lnTo>
                <a:lnTo>
                  <a:pt x="587" y="60"/>
                </a:lnTo>
                <a:lnTo>
                  <a:pt x="565" y="94"/>
                </a:lnTo>
                <a:lnTo>
                  <a:pt x="545" y="129"/>
                </a:lnTo>
                <a:lnTo>
                  <a:pt x="527" y="165"/>
                </a:lnTo>
                <a:lnTo>
                  <a:pt x="510" y="201"/>
                </a:lnTo>
                <a:lnTo>
                  <a:pt x="496" y="239"/>
                </a:lnTo>
                <a:lnTo>
                  <a:pt x="484" y="277"/>
                </a:lnTo>
                <a:lnTo>
                  <a:pt x="473" y="317"/>
                </a:lnTo>
                <a:lnTo>
                  <a:pt x="464" y="357"/>
                </a:lnTo>
                <a:lnTo>
                  <a:pt x="464" y="357"/>
                </a:lnTo>
                <a:close/>
                <a:moveTo>
                  <a:pt x="427" y="357"/>
                </a:moveTo>
                <a:lnTo>
                  <a:pt x="427" y="357"/>
                </a:lnTo>
                <a:lnTo>
                  <a:pt x="434" y="322"/>
                </a:lnTo>
                <a:lnTo>
                  <a:pt x="443" y="283"/>
                </a:lnTo>
                <a:lnTo>
                  <a:pt x="455" y="244"/>
                </a:lnTo>
                <a:lnTo>
                  <a:pt x="469" y="204"/>
                </a:lnTo>
                <a:lnTo>
                  <a:pt x="485" y="165"/>
                </a:lnTo>
                <a:lnTo>
                  <a:pt x="493" y="146"/>
                </a:lnTo>
                <a:lnTo>
                  <a:pt x="502" y="127"/>
                </a:lnTo>
                <a:lnTo>
                  <a:pt x="511" y="110"/>
                </a:lnTo>
                <a:lnTo>
                  <a:pt x="521" y="94"/>
                </a:lnTo>
                <a:lnTo>
                  <a:pt x="531" y="78"/>
                </a:lnTo>
                <a:lnTo>
                  <a:pt x="541" y="65"/>
                </a:lnTo>
                <a:lnTo>
                  <a:pt x="541" y="65"/>
                </a:lnTo>
                <a:lnTo>
                  <a:pt x="522" y="78"/>
                </a:lnTo>
                <a:lnTo>
                  <a:pt x="504" y="93"/>
                </a:lnTo>
                <a:lnTo>
                  <a:pt x="485" y="108"/>
                </a:lnTo>
                <a:lnTo>
                  <a:pt x="467" y="125"/>
                </a:lnTo>
                <a:lnTo>
                  <a:pt x="449" y="141"/>
                </a:lnTo>
                <a:lnTo>
                  <a:pt x="432" y="159"/>
                </a:lnTo>
                <a:lnTo>
                  <a:pt x="415" y="177"/>
                </a:lnTo>
                <a:lnTo>
                  <a:pt x="398" y="196"/>
                </a:lnTo>
                <a:lnTo>
                  <a:pt x="382" y="215"/>
                </a:lnTo>
                <a:lnTo>
                  <a:pt x="366" y="234"/>
                </a:lnTo>
                <a:lnTo>
                  <a:pt x="352" y="254"/>
                </a:lnTo>
                <a:lnTo>
                  <a:pt x="337" y="274"/>
                </a:lnTo>
                <a:lnTo>
                  <a:pt x="324" y="294"/>
                </a:lnTo>
                <a:lnTo>
                  <a:pt x="311" y="315"/>
                </a:lnTo>
                <a:lnTo>
                  <a:pt x="299" y="336"/>
                </a:lnTo>
                <a:lnTo>
                  <a:pt x="288" y="357"/>
                </a:lnTo>
                <a:lnTo>
                  <a:pt x="427" y="357"/>
                </a:lnTo>
                <a:close/>
                <a:moveTo>
                  <a:pt x="420" y="394"/>
                </a:moveTo>
                <a:lnTo>
                  <a:pt x="420" y="394"/>
                </a:lnTo>
                <a:lnTo>
                  <a:pt x="415" y="417"/>
                </a:lnTo>
                <a:lnTo>
                  <a:pt x="412" y="441"/>
                </a:lnTo>
                <a:lnTo>
                  <a:pt x="408" y="466"/>
                </a:lnTo>
                <a:lnTo>
                  <a:pt x="406" y="490"/>
                </a:lnTo>
                <a:lnTo>
                  <a:pt x="404" y="515"/>
                </a:lnTo>
                <a:lnTo>
                  <a:pt x="403" y="540"/>
                </a:lnTo>
                <a:lnTo>
                  <a:pt x="403" y="564"/>
                </a:lnTo>
                <a:lnTo>
                  <a:pt x="403" y="587"/>
                </a:lnTo>
                <a:lnTo>
                  <a:pt x="229" y="587"/>
                </a:lnTo>
                <a:lnTo>
                  <a:pt x="229" y="571"/>
                </a:lnTo>
                <a:lnTo>
                  <a:pt x="229" y="571"/>
                </a:lnTo>
                <a:lnTo>
                  <a:pt x="229" y="549"/>
                </a:lnTo>
                <a:lnTo>
                  <a:pt x="232" y="527"/>
                </a:lnTo>
                <a:lnTo>
                  <a:pt x="236" y="504"/>
                </a:lnTo>
                <a:lnTo>
                  <a:pt x="242" y="481"/>
                </a:lnTo>
                <a:lnTo>
                  <a:pt x="248" y="458"/>
                </a:lnTo>
                <a:lnTo>
                  <a:pt x="255" y="436"/>
                </a:lnTo>
                <a:lnTo>
                  <a:pt x="262" y="415"/>
                </a:lnTo>
                <a:lnTo>
                  <a:pt x="270" y="394"/>
                </a:lnTo>
                <a:lnTo>
                  <a:pt x="420" y="394"/>
                </a:lnTo>
                <a:close/>
                <a:moveTo>
                  <a:pt x="403" y="625"/>
                </a:moveTo>
                <a:lnTo>
                  <a:pt x="403" y="625"/>
                </a:lnTo>
                <a:lnTo>
                  <a:pt x="403" y="646"/>
                </a:lnTo>
                <a:lnTo>
                  <a:pt x="404" y="669"/>
                </a:lnTo>
                <a:lnTo>
                  <a:pt x="406" y="692"/>
                </a:lnTo>
                <a:lnTo>
                  <a:pt x="409" y="715"/>
                </a:lnTo>
                <a:lnTo>
                  <a:pt x="413" y="738"/>
                </a:lnTo>
                <a:lnTo>
                  <a:pt x="418" y="761"/>
                </a:lnTo>
                <a:lnTo>
                  <a:pt x="427" y="804"/>
                </a:lnTo>
                <a:lnTo>
                  <a:pt x="281" y="804"/>
                </a:lnTo>
                <a:lnTo>
                  <a:pt x="281" y="804"/>
                </a:lnTo>
                <a:lnTo>
                  <a:pt x="271" y="783"/>
                </a:lnTo>
                <a:lnTo>
                  <a:pt x="262" y="762"/>
                </a:lnTo>
                <a:lnTo>
                  <a:pt x="254" y="740"/>
                </a:lnTo>
                <a:lnTo>
                  <a:pt x="247" y="717"/>
                </a:lnTo>
                <a:lnTo>
                  <a:pt x="241" y="694"/>
                </a:lnTo>
                <a:lnTo>
                  <a:pt x="236" y="671"/>
                </a:lnTo>
                <a:lnTo>
                  <a:pt x="233" y="648"/>
                </a:lnTo>
                <a:lnTo>
                  <a:pt x="230" y="625"/>
                </a:lnTo>
                <a:lnTo>
                  <a:pt x="403" y="625"/>
                </a:lnTo>
                <a:close/>
                <a:moveTo>
                  <a:pt x="643" y="1206"/>
                </a:moveTo>
                <a:lnTo>
                  <a:pt x="643" y="1206"/>
                </a:lnTo>
                <a:lnTo>
                  <a:pt x="666" y="1188"/>
                </a:lnTo>
                <a:lnTo>
                  <a:pt x="688" y="1168"/>
                </a:lnTo>
                <a:lnTo>
                  <a:pt x="710" y="1148"/>
                </a:lnTo>
                <a:lnTo>
                  <a:pt x="732" y="1128"/>
                </a:lnTo>
                <a:lnTo>
                  <a:pt x="753" y="1106"/>
                </a:lnTo>
                <a:lnTo>
                  <a:pt x="774" y="1085"/>
                </a:lnTo>
                <a:lnTo>
                  <a:pt x="795" y="1062"/>
                </a:lnTo>
                <a:lnTo>
                  <a:pt x="815" y="1039"/>
                </a:lnTo>
                <a:lnTo>
                  <a:pt x="835" y="1016"/>
                </a:lnTo>
                <a:lnTo>
                  <a:pt x="854" y="992"/>
                </a:lnTo>
                <a:lnTo>
                  <a:pt x="872" y="968"/>
                </a:lnTo>
                <a:lnTo>
                  <a:pt x="889" y="943"/>
                </a:lnTo>
                <a:lnTo>
                  <a:pt x="906" y="919"/>
                </a:lnTo>
                <a:lnTo>
                  <a:pt x="923" y="892"/>
                </a:lnTo>
                <a:lnTo>
                  <a:pt x="937" y="867"/>
                </a:lnTo>
                <a:lnTo>
                  <a:pt x="951" y="841"/>
                </a:lnTo>
                <a:lnTo>
                  <a:pt x="1160" y="841"/>
                </a:lnTo>
                <a:lnTo>
                  <a:pt x="1160" y="841"/>
                </a:lnTo>
                <a:lnTo>
                  <a:pt x="1151" y="860"/>
                </a:lnTo>
                <a:lnTo>
                  <a:pt x="1142" y="879"/>
                </a:lnTo>
                <a:lnTo>
                  <a:pt x="1132" y="898"/>
                </a:lnTo>
                <a:lnTo>
                  <a:pt x="1121" y="917"/>
                </a:lnTo>
                <a:lnTo>
                  <a:pt x="1110" y="934"/>
                </a:lnTo>
                <a:lnTo>
                  <a:pt x="1098" y="951"/>
                </a:lnTo>
                <a:lnTo>
                  <a:pt x="1086" y="968"/>
                </a:lnTo>
                <a:lnTo>
                  <a:pt x="1073" y="984"/>
                </a:lnTo>
                <a:lnTo>
                  <a:pt x="1060" y="1000"/>
                </a:lnTo>
                <a:lnTo>
                  <a:pt x="1046" y="1015"/>
                </a:lnTo>
                <a:lnTo>
                  <a:pt x="1032" y="1030"/>
                </a:lnTo>
                <a:lnTo>
                  <a:pt x="1017" y="1044"/>
                </a:lnTo>
                <a:lnTo>
                  <a:pt x="1001" y="1058"/>
                </a:lnTo>
                <a:lnTo>
                  <a:pt x="986" y="1072"/>
                </a:lnTo>
                <a:lnTo>
                  <a:pt x="970" y="1084"/>
                </a:lnTo>
                <a:lnTo>
                  <a:pt x="953" y="1096"/>
                </a:lnTo>
                <a:lnTo>
                  <a:pt x="936" y="1108"/>
                </a:lnTo>
                <a:lnTo>
                  <a:pt x="919" y="1119"/>
                </a:lnTo>
                <a:lnTo>
                  <a:pt x="900" y="1130"/>
                </a:lnTo>
                <a:lnTo>
                  <a:pt x="882" y="1139"/>
                </a:lnTo>
                <a:lnTo>
                  <a:pt x="864" y="1149"/>
                </a:lnTo>
                <a:lnTo>
                  <a:pt x="845" y="1157"/>
                </a:lnTo>
                <a:lnTo>
                  <a:pt x="826" y="1165"/>
                </a:lnTo>
                <a:lnTo>
                  <a:pt x="806" y="1173"/>
                </a:lnTo>
                <a:lnTo>
                  <a:pt x="787" y="1179"/>
                </a:lnTo>
                <a:lnTo>
                  <a:pt x="767" y="1185"/>
                </a:lnTo>
                <a:lnTo>
                  <a:pt x="747" y="1191"/>
                </a:lnTo>
                <a:lnTo>
                  <a:pt x="727" y="1195"/>
                </a:lnTo>
                <a:lnTo>
                  <a:pt x="706" y="1199"/>
                </a:lnTo>
                <a:lnTo>
                  <a:pt x="685" y="1202"/>
                </a:lnTo>
                <a:lnTo>
                  <a:pt x="664" y="1205"/>
                </a:lnTo>
                <a:lnTo>
                  <a:pt x="643" y="1206"/>
                </a:lnTo>
                <a:lnTo>
                  <a:pt x="643" y="1206"/>
                </a:lnTo>
                <a:close/>
                <a:moveTo>
                  <a:pt x="968" y="804"/>
                </a:moveTo>
                <a:lnTo>
                  <a:pt x="968" y="804"/>
                </a:lnTo>
                <a:lnTo>
                  <a:pt x="985" y="757"/>
                </a:lnTo>
                <a:lnTo>
                  <a:pt x="991" y="736"/>
                </a:lnTo>
                <a:lnTo>
                  <a:pt x="997" y="716"/>
                </a:lnTo>
                <a:lnTo>
                  <a:pt x="1002" y="696"/>
                </a:lnTo>
                <a:lnTo>
                  <a:pt x="1006" y="674"/>
                </a:lnTo>
                <a:lnTo>
                  <a:pt x="1015" y="625"/>
                </a:lnTo>
                <a:lnTo>
                  <a:pt x="1209" y="625"/>
                </a:lnTo>
                <a:lnTo>
                  <a:pt x="1209" y="625"/>
                </a:lnTo>
                <a:lnTo>
                  <a:pt x="1208" y="648"/>
                </a:lnTo>
                <a:lnTo>
                  <a:pt x="1206" y="671"/>
                </a:lnTo>
                <a:lnTo>
                  <a:pt x="1203" y="693"/>
                </a:lnTo>
                <a:lnTo>
                  <a:pt x="1199" y="716"/>
                </a:lnTo>
                <a:lnTo>
                  <a:pt x="1194" y="738"/>
                </a:lnTo>
                <a:lnTo>
                  <a:pt x="1188" y="760"/>
                </a:lnTo>
                <a:lnTo>
                  <a:pt x="1182" y="782"/>
                </a:lnTo>
                <a:lnTo>
                  <a:pt x="1175" y="804"/>
                </a:lnTo>
                <a:lnTo>
                  <a:pt x="968" y="804"/>
                </a:lnTo>
                <a:close/>
                <a:moveTo>
                  <a:pt x="1018" y="587"/>
                </a:moveTo>
                <a:lnTo>
                  <a:pt x="1018" y="587"/>
                </a:lnTo>
                <a:lnTo>
                  <a:pt x="1016" y="562"/>
                </a:lnTo>
                <a:lnTo>
                  <a:pt x="1014" y="538"/>
                </a:lnTo>
                <a:lnTo>
                  <a:pt x="1011" y="513"/>
                </a:lnTo>
                <a:lnTo>
                  <a:pt x="1007" y="489"/>
                </a:lnTo>
                <a:lnTo>
                  <a:pt x="1002" y="466"/>
                </a:lnTo>
                <a:lnTo>
                  <a:pt x="997" y="442"/>
                </a:lnTo>
                <a:lnTo>
                  <a:pt x="990" y="418"/>
                </a:lnTo>
                <a:lnTo>
                  <a:pt x="981" y="394"/>
                </a:lnTo>
                <a:lnTo>
                  <a:pt x="1173" y="394"/>
                </a:lnTo>
                <a:lnTo>
                  <a:pt x="1173" y="394"/>
                </a:lnTo>
                <a:lnTo>
                  <a:pt x="1186" y="442"/>
                </a:lnTo>
                <a:lnTo>
                  <a:pt x="1192" y="466"/>
                </a:lnTo>
                <a:lnTo>
                  <a:pt x="1197" y="490"/>
                </a:lnTo>
                <a:lnTo>
                  <a:pt x="1201" y="513"/>
                </a:lnTo>
                <a:lnTo>
                  <a:pt x="1205" y="537"/>
                </a:lnTo>
                <a:lnTo>
                  <a:pt x="1208" y="562"/>
                </a:lnTo>
                <a:lnTo>
                  <a:pt x="1209" y="587"/>
                </a:lnTo>
                <a:lnTo>
                  <a:pt x="1018" y="587"/>
                </a:lnTo>
                <a:close/>
                <a:moveTo>
                  <a:pt x="965" y="357"/>
                </a:moveTo>
                <a:lnTo>
                  <a:pt x="965" y="357"/>
                </a:lnTo>
                <a:lnTo>
                  <a:pt x="951" y="329"/>
                </a:lnTo>
                <a:lnTo>
                  <a:pt x="936" y="302"/>
                </a:lnTo>
                <a:lnTo>
                  <a:pt x="920" y="276"/>
                </a:lnTo>
                <a:lnTo>
                  <a:pt x="902" y="251"/>
                </a:lnTo>
                <a:lnTo>
                  <a:pt x="884" y="227"/>
                </a:lnTo>
                <a:lnTo>
                  <a:pt x="865" y="203"/>
                </a:lnTo>
                <a:lnTo>
                  <a:pt x="846" y="181"/>
                </a:lnTo>
                <a:lnTo>
                  <a:pt x="826" y="159"/>
                </a:lnTo>
                <a:lnTo>
                  <a:pt x="805" y="137"/>
                </a:lnTo>
                <a:lnTo>
                  <a:pt x="784" y="116"/>
                </a:lnTo>
                <a:lnTo>
                  <a:pt x="762" y="96"/>
                </a:lnTo>
                <a:lnTo>
                  <a:pt x="739" y="76"/>
                </a:lnTo>
                <a:lnTo>
                  <a:pt x="693" y="37"/>
                </a:lnTo>
                <a:lnTo>
                  <a:pt x="645" y="0"/>
                </a:lnTo>
                <a:lnTo>
                  <a:pt x="645" y="0"/>
                </a:lnTo>
                <a:lnTo>
                  <a:pt x="665" y="2"/>
                </a:lnTo>
                <a:lnTo>
                  <a:pt x="685" y="4"/>
                </a:lnTo>
                <a:lnTo>
                  <a:pt x="706" y="8"/>
                </a:lnTo>
                <a:lnTo>
                  <a:pt x="726" y="12"/>
                </a:lnTo>
                <a:lnTo>
                  <a:pt x="745" y="16"/>
                </a:lnTo>
                <a:lnTo>
                  <a:pt x="765" y="22"/>
                </a:lnTo>
                <a:lnTo>
                  <a:pt x="785" y="28"/>
                </a:lnTo>
                <a:lnTo>
                  <a:pt x="804" y="34"/>
                </a:lnTo>
                <a:lnTo>
                  <a:pt x="823" y="42"/>
                </a:lnTo>
                <a:lnTo>
                  <a:pt x="842" y="50"/>
                </a:lnTo>
                <a:lnTo>
                  <a:pt x="860" y="58"/>
                </a:lnTo>
                <a:lnTo>
                  <a:pt x="878" y="67"/>
                </a:lnTo>
                <a:lnTo>
                  <a:pt x="896" y="77"/>
                </a:lnTo>
                <a:lnTo>
                  <a:pt x="915" y="87"/>
                </a:lnTo>
                <a:lnTo>
                  <a:pt x="932" y="98"/>
                </a:lnTo>
                <a:lnTo>
                  <a:pt x="949" y="109"/>
                </a:lnTo>
                <a:lnTo>
                  <a:pt x="966" y="121"/>
                </a:lnTo>
                <a:lnTo>
                  <a:pt x="982" y="133"/>
                </a:lnTo>
                <a:lnTo>
                  <a:pt x="998" y="146"/>
                </a:lnTo>
                <a:lnTo>
                  <a:pt x="1013" y="160"/>
                </a:lnTo>
                <a:lnTo>
                  <a:pt x="1028" y="174"/>
                </a:lnTo>
                <a:lnTo>
                  <a:pt x="1042" y="188"/>
                </a:lnTo>
                <a:lnTo>
                  <a:pt x="1056" y="203"/>
                </a:lnTo>
                <a:lnTo>
                  <a:pt x="1070" y="218"/>
                </a:lnTo>
                <a:lnTo>
                  <a:pt x="1082" y="234"/>
                </a:lnTo>
                <a:lnTo>
                  <a:pt x="1095" y="250"/>
                </a:lnTo>
                <a:lnTo>
                  <a:pt x="1107" y="267"/>
                </a:lnTo>
                <a:lnTo>
                  <a:pt x="1118" y="284"/>
                </a:lnTo>
                <a:lnTo>
                  <a:pt x="1129" y="302"/>
                </a:lnTo>
                <a:lnTo>
                  <a:pt x="1139" y="320"/>
                </a:lnTo>
                <a:lnTo>
                  <a:pt x="1148" y="338"/>
                </a:lnTo>
                <a:lnTo>
                  <a:pt x="1157" y="357"/>
                </a:lnTo>
                <a:lnTo>
                  <a:pt x="965" y="357"/>
                </a:lnTo>
                <a:close/>
                <a:moveTo>
                  <a:pt x="624" y="58"/>
                </a:moveTo>
                <a:lnTo>
                  <a:pt x="624" y="58"/>
                </a:lnTo>
                <a:lnTo>
                  <a:pt x="647" y="96"/>
                </a:lnTo>
                <a:lnTo>
                  <a:pt x="667" y="132"/>
                </a:lnTo>
                <a:lnTo>
                  <a:pt x="684" y="167"/>
                </a:lnTo>
                <a:lnTo>
                  <a:pt x="699" y="201"/>
                </a:lnTo>
                <a:lnTo>
                  <a:pt x="712" y="236"/>
                </a:lnTo>
                <a:lnTo>
                  <a:pt x="724" y="273"/>
                </a:lnTo>
                <a:lnTo>
                  <a:pt x="736" y="314"/>
                </a:lnTo>
                <a:lnTo>
                  <a:pt x="746" y="357"/>
                </a:lnTo>
                <a:lnTo>
                  <a:pt x="624" y="357"/>
                </a:lnTo>
                <a:lnTo>
                  <a:pt x="624" y="58"/>
                </a:lnTo>
                <a:close/>
                <a:moveTo>
                  <a:pt x="754" y="394"/>
                </a:moveTo>
                <a:lnTo>
                  <a:pt x="754" y="394"/>
                </a:lnTo>
                <a:lnTo>
                  <a:pt x="762" y="449"/>
                </a:lnTo>
                <a:lnTo>
                  <a:pt x="765" y="476"/>
                </a:lnTo>
                <a:lnTo>
                  <a:pt x="767" y="504"/>
                </a:lnTo>
                <a:lnTo>
                  <a:pt x="767" y="504"/>
                </a:lnTo>
                <a:lnTo>
                  <a:pt x="768" y="525"/>
                </a:lnTo>
                <a:lnTo>
                  <a:pt x="769" y="546"/>
                </a:lnTo>
                <a:lnTo>
                  <a:pt x="769" y="566"/>
                </a:lnTo>
                <a:lnTo>
                  <a:pt x="770" y="587"/>
                </a:lnTo>
                <a:lnTo>
                  <a:pt x="624" y="587"/>
                </a:lnTo>
                <a:lnTo>
                  <a:pt x="624" y="394"/>
                </a:lnTo>
                <a:lnTo>
                  <a:pt x="754" y="394"/>
                </a:lnTo>
                <a:close/>
                <a:moveTo>
                  <a:pt x="770" y="625"/>
                </a:moveTo>
                <a:lnTo>
                  <a:pt x="770" y="625"/>
                </a:lnTo>
                <a:lnTo>
                  <a:pt x="769" y="647"/>
                </a:lnTo>
                <a:lnTo>
                  <a:pt x="768" y="670"/>
                </a:lnTo>
                <a:lnTo>
                  <a:pt x="765" y="693"/>
                </a:lnTo>
                <a:lnTo>
                  <a:pt x="762" y="715"/>
                </a:lnTo>
                <a:lnTo>
                  <a:pt x="754" y="760"/>
                </a:lnTo>
                <a:lnTo>
                  <a:pt x="745" y="804"/>
                </a:lnTo>
                <a:lnTo>
                  <a:pt x="624" y="804"/>
                </a:lnTo>
                <a:lnTo>
                  <a:pt x="624" y="625"/>
                </a:lnTo>
                <a:lnTo>
                  <a:pt x="770" y="625"/>
                </a:lnTo>
                <a:close/>
                <a:moveTo>
                  <a:pt x="736" y="841"/>
                </a:moveTo>
                <a:lnTo>
                  <a:pt x="736" y="841"/>
                </a:lnTo>
                <a:lnTo>
                  <a:pt x="712" y="918"/>
                </a:lnTo>
                <a:lnTo>
                  <a:pt x="699" y="955"/>
                </a:lnTo>
                <a:lnTo>
                  <a:pt x="686" y="992"/>
                </a:lnTo>
                <a:lnTo>
                  <a:pt x="672" y="1029"/>
                </a:lnTo>
                <a:lnTo>
                  <a:pt x="657" y="1065"/>
                </a:lnTo>
                <a:lnTo>
                  <a:pt x="641" y="1101"/>
                </a:lnTo>
                <a:lnTo>
                  <a:pt x="624" y="1138"/>
                </a:lnTo>
                <a:lnTo>
                  <a:pt x="624" y="841"/>
                </a:lnTo>
                <a:lnTo>
                  <a:pt x="736" y="841"/>
                </a:lnTo>
                <a:close/>
                <a:moveTo>
                  <a:pt x="784" y="357"/>
                </a:moveTo>
                <a:lnTo>
                  <a:pt x="784" y="357"/>
                </a:lnTo>
                <a:lnTo>
                  <a:pt x="775" y="318"/>
                </a:lnTo>
                <a:lnTo>
                  <a:pt x="765" y="279"/>
                </a:lnTo>
                <a:lnTo>
                  <a:pt x="754" y="241"/>
                </a:lnTo>
                <a:lnTo>
                  <a:pt x="741" y="204"/>
                </a:lnTo>
                <a:lnTo>
                  <a:pt x="726" y="167"/>
                </a:lnTo>
                <a:lnTo>
                  <a:pt x="718" y="149"/>
                </a:lnTo>
                <a:lnTo>
                  <a:pt x="709" y="132"/>
                </a:lnTo>
                <a:lnTo>
                  <a:pt x="700" y="114"/>
                </a:lnTo>
                <a:lnTo>
                  <a:pt x="690" y="97"/>
                </a:lnTo>
                <a:lnTo>
                  <a:pt x="680" y="81"/>
                </a:lnTo>
                <a:lnTo>
                  <a:pt x="669" y="65"/>
                </a:lnTo>
                <a:lnTo>
                  <a:pt x="669" y="65"/>
                </a:lnTo>
                <a:lnTo>
                  <a:pt x="688" y="80"/>
                </a:lnTo>
                <a:lnTo>
                  <a:pt x="708" y="95"/>
                </a:lnTo>
                <a:lnTo>
                  <a:pt x="726" y="111"/>
                </a:lnTo>
                <a:lnTo>
                  <a:pt x="744" y="127"/>
                </a:lnTo>
                <a:lnTo>
                  <a:pt x="762" y="144"/>
                </a:lnTo>
                <a:lnTo>
                  <a:pt x="779" y="161"/>
                </a:lnTo>
                <a:lnTo>
                  <a:pt x="795" y="178"/>
                </a:lnTo>
                <a:lnTo>
                  <a:pt x="811" y="196"/>
                </a:lnTo>
                <a:lnTo>
                  <a:pt x="827" y="214"/>
                </a:lnTo>
                <a:lnTo>
                  <a:pt x="842" y="233"/>
                </a:lnTo>
                <a:lnTo>
                  <a:pt x="856" y="252"/>
                </a:lnTo>
                <a:lnTo>
                  <a:pt x="870" y="272"/>
                </a:lnTo>
                <a:lnTo>
                  <a:pt x="884" y="292"/>
                </a:lnTo>
                <a:lnTo>
                  <a:pt x="897" y="313"/>
                </a:lnTo>
                <a:lnTo>
                  <a:pt x="910" y="335"/>
                </a:lnTo>
                <a:lnTo>
                  <a:pt x="923" y="357"/>
                </a:lnTo>
                <a:lnTo>
                  <a:pt x="784" y="357"/>
                </a:lnTo>
                <a:close/>
                <a:moveTo>
                  <a:pt x="790" y="394"/>
                </a:moveTo>
                <a:lnTo>
                  <a:pt x="790" y="394"/>
                </a:lnTo>
                <a:lnTo>
                  <a:pt x="797" y="443"/>
                </a:lnTo>
                <a:lnTo>
                  <a:pt x="801" y="491"/>
                </a:lnTo>
                <a:lnTo>
                  <a:pt x="805" y="539"/>
                </a:lnTo>
                <a:lnTo>
                  <a:pt x="807" y="587"/>
                </a:lnTo>
                <a:lnTo>
                  <a:pt x="982" y="587"/>
                </a:lnTo>
                <a:lnTo>
                  <a:pt x="982" y="587"/>
                </a:lnTo>
                <a:lnTo>
                  <a:pt x="981" y="561"/>
                </a:lnTo>
                <a:lnTo>
                  <a:pt x="978" y="536"/>
                </a:lnTo>
                <a:lnTo>
                  <a:pt x="974" y="512"/>
                </a:lnTo>
                <a:lnTo>
                  <a:pt x="969" y="489"/>
                </a:lnTo>
                <a:lnTo>
                  <a:pt x="963" y="466"/>
                </a:lnTo>
                <a:lnTo>
                  <a:pt x="956" y="443"/>
                </a:lnTo>
                <a:lnTo>
                  <a:pt x="940" y="394"/>
                </a:lnTo>
                <a:lnTo>
                  <a:pt x="790" y="394"/>
                </a:lnTo>
                <a:close/>
                <a:moveTo>
                  <a:pt x="807" y="625"/>
                </a:moveTo>
                <a:lnTo>
                  <a:pt x="807" y="625"/>
                </a:lnTo>
                <a:lnTo>
                  <a:pt x="806" y="648"/>
                </a:lnTo>
                <a:lnTo>
                  <a:pt x="804" y="670"/>
                </a:lnTo>
                <a:lnTo>
                  <a:pt x="801" y="693"/>
                </a:lnTo>
                <a:lnTo>
                  <a:pt x="798" y="715"/>
                </a:lnTo>
                <a:lnTo>
                  <a:pt x="791" y="759"/>
                </a:lnTo>
                <a:lnTo>
                  <a:pt x="784" y="804"/>
                </a:lnTo>
                <a:lnTo>
                  <a:pt x="930" y="804"/>
                </a:lnTo>
                <a:lnTo>
                  <a:pt x="930" y="804"/>
                </a:lnTo>
                <a:lnTo>
                  <a:pt x="939" y="781"/>
                </a:lnTo>
                <a:lnTo>
                  <a:pt x="948" y="759"/>
                </a:lnTo>
                <a:lnTo>
                  <a:pt x="955" y="737"/>
                </a:lnTo>
                <a:lnTo>
                  <a:pt x="961" y="716"/>
                </a:lnTo>
                <a:lnTo>
                  <a:pt x="967" y="695"/>
                </a:lnTo>
                <a:lnTo>
                  <a:pt x="972" y="672"/>
                </a:lnTo>
                <a:lnTo>
                  <a:pt x="980" y="625"/>
                </a:lnTo>
                <a:lnTo>
                  <a:pt x="807" y="625"/>
                </a:lnTo>
                <a:close/>
                <a:moveTo>
                  <a:pt x="774" y="841"/>
                </a:moveTo>
                <a:lnTo>
                  <a:pt x="774" y="841"/>
                </a:lnTo>
                <a:lnTo>
                  <a:pt x="763" y="881"/>
                </a:lnTo>
                <a:lnTo>
                  <a:pt x="751" y="921"/>
                </a:lnTo>
                <a:lnTo>
                  <a:pt x="738" y="960"/>
                </a:lnTo>
                <a:lnTo>
                  <a:pt x="723" y="998"/>
                </a:lnTo>
                <a:lnTo>
                  <a:pt x="708" y="1035"/>
                </a:lnTo>
                <a:lnTo>
                  <a:pt x="691" y="1073"/>
                </a:lnTo>
                <a:lnTo>
                  <a:pt x="674" y="1110"/>
                </a:lnTo>
                <a:lnTo>
                  <a:pt x="656" y="1147"/>
                </a:lnTo>
                <a:lnTo>
                  <a:pt x="656" y="1147"/>
                </a:lnTo>
                <a:lnTo>
                  <a:pt x="693" y="1114"/>
                </a:lnTo>
                <a:lnTo>
                  <a:pt x="729" y="1079"/>
                </a:lnTo>
                <a:lnTo>
                  <a:pt x="764" y="1043"/>
                </a:lnTo>
                <a:lnTo>
                  <a:pt x="796" y="1006"/>
                </a:lnTo>
                <a:lnTo>
                  <a:pt x="827" y="967"/>
                </a:lnTo>
                <a:lnTo>
                  <a:pt x="857" y="926"/>
                </a:lnTo>
                <a:lnTo>
                  <a:pt x="884" y="884"/>
                </a:lnTo>
                <a:lnTo>
                  <a:pt x="910" y="841"/>
                </a:lnTo>
                <a:lnTo>
                  <a:pt x="774" y="841"/>
                </a:lnTo>
                <a:close/>
                <a:moveTo>
                  <a:pt x="436" y="841"/>
                </a:moveTo>
                <a:lnTo>
                  <a:pt x="436" y="841"/>
                </a:lnTo>
                <a:lnTo>
                  <a:pt x="446" y="880"/>
                </a:lnTo>
                <a:lnTo>
                  <a:pt x="457" y="920"/>
                </a:lnTo>
                <a:lnTo>
                  <a:pt x="470" y="959"/>
                </a:lnTo>
                <a:lnTo>
                  <a:pt x="484" y="998"/>
                </a:lnTo>
                <a:lnTo>
                  <a:pt x="500" y="1037"/>
                </a:lnTo>
                <a:lnTo>
                  <a:pt x="517" y="1075"/>
                </a:lnTo>
                <a:lnTo>
                  <a:pt x="535" y="1112"/>
                </a:lnTo>
                <a:lnTo>
                  <a:pt x="554" y="1147"/>
                </a:lnTo>
                <a:lnTo>
                  <a:pt x="554" y="1147"/>
                </a:lnTo>
                <a:lnTo>
                  <a:pt x="536" y="1132"/>
                </a:lnTo>
                <a:lnTo>
                  <a:pt x="518" y="1117"/>
                </a:lnTo>
                <a:lnTo>
                  <a:pt x="500" y="1100"/>
                </a:lnTo>
                <a:lnTo>
                  <a:pt x="482" y="1083"/>
                </a:lnTo>
                <a:lnTo>
                  <a:pt x="464" y="1064"/>
                </a:lnTo>
                <a:lnTo>
                  <a:pt x="447" y="1045"/>
                </a:lnTo>
                <a:lnTo>
                  <a:pt x="413" y="1006"/>
                </a:lnTo>
                <a:lnTo>
                  <a:pt x="381" y="965"/>
                </a:lnTo>
                <a:lnTo>
                  <a:pt x="351" y="924"/>
                </a:lnTo>
                <a:lnTo>
                  <a:pt x="337" y="902"/>
                </a:lnTo>
                <a:lnTo>
                  <a:pt x="324" y="882"/>
                </a:lnTo>
                <a:lnTo>
                  <a:pt x="312" y="861"/>
                </a:lnTo>
                <a:lnTo>
                  <a:pt x="300" y="841"/>
                </a:lnTo>
                <a:lnTo>
                  <a:pt x="436" y="841"/>
                </a:lnTo>
                <a:close/>
              </a:path>
            </a:pathLst>
          </a:cu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sp>
        <p:nvSpPr>
          <p:cNvPr id="36" name="Freeform 33"/>
          <p:cNvSpPr>
            <a:spLocks noEditPoints="1"/>
          </p:cNvSpPr>
          <p:nvPr userDrawn="1"/>
        </p:nvSpPr>
        <p:spPr bwMode="auto">
          <a:xfrm>
            <a:off x="10596356" y="5011605"/>
            <a:ext cx="1083288" cy="810449"/>
          </a:xfrm>
          <a:custGeom>
            <a:avLst/>
            <a:gdLst>
              <a:gd name="T0" fmla="*/ 415 w 1209"/>
              <a:gd name="T1" fmla="*/ 1063 h 1206"/>
              <a:gd name="T2" fmla="*/ 260 w 1209"/>
              <a:gd name="T3" fmla="*/ 841 h 1206"/>
              <a:gd name="T4" fmla="*/ 122 w 1209"/>
              <a:gd name="T5" fmla="*/ 968 h 1206"/>
              <a:gd name="T6" fmla="*/ 256 w 1209"/>
              <a:gd name="T7" fmla="*/ 1098 h 1206"/>
              <a:gd name="T8" fmla="*/ 424 w 1209"/>
              <a:gd name="T9" fmla="*/ 1181 h 1206"/>
              <a:gd name="T10" fmla="*/ 242 w 1209"/>
              <a:gd name="T11" fmla="*/ 804 h 1206"/>
              <a:gd name="T12" fmla="*/ 0 w 1209"/>
              <a:gd name="T13" fmla="*/ 625 h 1206"/>
              <a:gd name="T14" fmla="*/ 27 w 1209"/>
              <a:gd name="T15" fmla="*/ 787 h 1206"/>
              <a:gd name="T16" fmla="*/ 207 w 1209"/>
              <a:gd name="T17" fmla="*/ 464 h 1206"/>
              <a:gd name="T18" fmla="*/ 9 w 1209"/>
              <a:gd name="T19" fmla="*/ 489 h 1206"/>
              <a:gd name="T20" fmla="*/ 449 w 1209"/>
              <a:gd name="T21" fmla="*/ 433 h 1206"/>
              <a:gd name="T22" fmla="*/ 440 w 1209"/>
              <a:gd name="T23" fmla="*/ 640 h 1206"/>
              <a:gd name="T24" fmla="*/ 587 w 1209"/>
              <a:gd name="T25" fmla="*/ 804 h 1206"/>
              <a:gd name="T26" fmla="*/ 536 w 1209"/>
              <a:gd name="T27" fmla="*/ 1030 h 1206"/>
              <a:gd name="T28" fmla="*/ 61 w 1209"/>
              <a:gd name="T29" fmla="*/ 338 h 1206"/>
              <a:gd name="T30" fmla="*/ 166 w 1209"/>
              <a:gd name="T31" fmla="*/ 186 h 1206"/>
              <a:gd name="T32" fmla="*/ 312 w 1209"/>
              <a:gd name="T33" fmla="*/ 74 h 1206"/>
              <a:gd name="T34" fmla="*/ 485 w 1209"/>
              <a:gd name="T35" fmla="*/ 11 h 1206"/>
              <a:gd name="T36" fmla="*/ 449 w 1209"/>
              <a:gd name="T37" fmla="*/ 94 h 1206"/>
              <a:gd name="T38" fmla="*/ 273 w 1209"/>
              <a:gd name="T39" fmla="*/ 303 h 1206"/>
              <a:gd name="T40" fmla="*/ 545 w 1209"/>
              <a:gd name="T41" fmla="*/ 129 h 1206"/>
              <a:gd name="T42" fmla="*/ 427 w 1209"/>
              <a:gd name="T43" fmla="*/ 357 h 1206"/>
              <a:gd name="T44" fmla="*/ 521 w 1209"/>
              <a:gd name="T45" fmla="*/ 94 h 1206"/>
              <a:gd name="T46" fmla="*/ 432 w 1209"/>
              <a:gd name="T47" fmla="*/ 159 h 1206"/>
              <a:gd name="T48" fmla="*/ 299 w 1209"/>
              <a:gd name="T49" fmla="*/ 336 h 1206"/>
              <a:gd name="T50" fmla="*/ 404 w 1209"/>
              <a:gd name="T51" fmla="*/ 515 h 1206"/>
              <a:gd name="T52" fmla="*/ 236 w 1209"/>
              <a:gd name="T53" fmla="*/ 504 h 1206"/>
              <a:gd name="T54" fmla="*/ 403 w 1209"/>
              <a:gd name="T55" fmla="*/ 646 h 1206"/>
              <a:gd name="T56" fmla="*/ 271 w 1209"/>
              <a:gd name="T57" fmla="*/ 783 h 1206"/>
              <a:gd name="T58" fmla="*/ 643 w 1209"/>
              <a:gd name="T59" fmla="*/ 1206 h 1206"/>
              <a:gd name="T60" fmla="*/ 815 w 1209"/>
              <a:gd name="T61" fmla="*/ 1039 h 1206"/>
              <a:gd name="T62" fmla="*/ 1160 w 1209"/>
              <a:gd name="T63" fmla="*/ 841 h 1206"/>
              <a:gd name="T64" fmla="*/ 1073 w 1209"/>
              <a:gd name="T65" fmla="*/ 984 h 1206"/>
              <a:gd name="T66" fmla="*/ 936 w 1209"/>
              <a:gd name="T67" fmla="*/ 1108 h 1206"/>
              <a:gd name="T68" fmla="*/ 767 w 1209"/>
              <a:gd name="T69" fmla="*/ 1185 h 1206"/>
              <a:gd name="T70" fmla="*/ 968 w 1209"/>
              <a:gd name="T71" fmla="*/ 804 h 1206"/>
              <a:gd name="T72" fmla="*/ 1208 w 1209"/>
              <a:gd name="T73" fmla="*/ 648 h 1206"/>
              <a:gd name="T74" fmla="*/ 1018 w 1209"/>
              <a:gd name="T75" fmla="*/ 587 h 1206"/>
              <a:gd name="T76" fmla="*/ 981 w 1209"/>
              <a:gd name="T77" fmla="*/ 394 h 1206"/>
              <a:gd name="T78" fmla="*/ 1209 w 1209"/>
              <a:gd name="T79" fmla="*/ 587 h 1206"/>
              <a:gd name="T80" fmla="*/ 865 w 1209"/>
              <a:gd name="T81" fmla="*/ 203 h 1206"/>
              <a:gd name="T82" fmla="*/ 645 w 1209"/>
              <a:gd name="T83" fmla="*/ 0 h 1206"/>
              <a:gd name="T84" fmla="*/ 823 w 1209"/>
              <a:gd name="T85" fmla="*/ 42 h 1206"/>
              <a:gd name="T86" fmla="*/ 982 w 1209"/>
              <a:gd name="T87" fmla="*/ 133 h 1206"/>
              <a:gd name="T88" fmla="*/ 1107 w 1209"/>
              <a:gd name="T89" fmla="*/ 267 h 1206"/>
              <a:gd name="T90" fmla="*/ 647 w 1209"/>
              <a:gd name="T91" fmla="*/ 96 h 1206"/>
              <a:gd name="T92" fmla="*/ 624 w 1209"/>
              <a:gd name="T93" fmla="*/ 58 h 1206"/>
              <a:gd name="T94" fmla="*/ 769 w 1209"/>
              <a:gd name="T95" fmla="*/ 566 h 1206"/>
              <a:gd name="T96" fmla="*/ 765 w 1209"/>
              <a:gd name="T97" fmla="*/ 693 h 1206"/>
              <a:gd name="T98" fmla="*/ 712 w 1209"/>
              <a:gd name="T99" fmla="*/ 918 h 1206"/>
              <a:gd name="T100" fmla="*/ 784 w 1209"/>
              <a:gd name="T101" fmla="*/ 357 h 1206"/>
              <a:gd name="T102" fmla="*/ 700 w 1209"/>
              <a:gd name="T103" fmla="*/ 114 h 1206"/>
              <a:gd name="T104" fmla="*/ 762 w 1209"/>
              <a:gd name="T105" fmla="*/ 144 h 1206"/>
              <a:gd name="T106" fmla="*/ 897 w 1209"/>
              <a:gd name="T107" fmla="*/ 313 h 1206"/>
              <a:gd name="T108" fmla="*/ 807 w 1209"/>
              <a:gd name="T109" fmla="*/ 587 h 1206"/>
              <a:gd name="T110" fmla="*/ 940 w 1209"/>
              <a:gd name="T111" fmla="*/ 394 h 1206"/>
              <a:gd name="T112" fmla="*/ 784 w 1209"/>
              <a:gd name="T113" fmla="*/ 804 h 1206"/>
              <a:gd name="T114" fmla="*/ 980 w 1209"/>
              <a:gd name="T115" fmla="*/ 625 h 1206"/>
              <a:gd name="T116" fmla="*/ 691 w 1209"/>
              <a:gd name="T117" fmla="*/ 1073 h 1206"/>
              <a:gd name="T118" fmla="*/ 857 w 1209"/>
              <a:gd name="T119" fmla="*/ 926 h 1206"/>
              <a:gd name="T120" fmla="*/ 484 w 1209"/>
              <a:gd name="T121" fmla="*/ 998 h 1206"/>
              <a:gd name="T122" fmla="*/ 482 w 1209"/>
              <a:gd name="T123" fmla="*/ 1083 h 1206"/>
              <a:gd name="T124" fmla="*/ 300 w 1209"/>
              <a:gd name="T125" fmla="*/ 841 h 1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209" h="1206">
                <a:moveTo>
                  <a:pt x="567" y="1206"/>
                </a:moveTo>
                <a:lnTo>
                  <a:pt x="567" y="1206"/>
                </a:lnTo>
                <a:lnTo>
                  <a:pt x="546" y="1189"/>
                </a:lnTo>
                <a:lnTo>
                  <a:pt x="524" y="1171"/>
                </a:lnTo>
                <a:lnTo>
                  <a:pt x="502" y="1151"/>
                </a:lnTo>
                <a:lnTo>
                  <a:pt x="480" y="1130"/>
                </a:lnTo>
                <a:lnTo>
                  <a:pt x="458" y="1109"/>
                </a:lnTo>
                <a:lnTo>
                  <a:pt x="436" y="1086"/>
                </a:lnTo>
                <a:lnTo>
                  <a:pt x="415" y="1063"/>
                </a:lnTo>
                <a:lnTo>
                  <a:pt x="395" y="1040"/>
                </a:lnTo>
                <a:lnTo>
                  <a:pt x="375" y="1016"/>
                </a:lnTo>
                <a:lnTo>
                  <a:pt x="356" y="991"/>
                </a:lnTo>
                <a:lnTo>
                  <a:pt x="337" y="966"/>
                </a:lnTo>
                <a:lnTo>
                  <a:pt x="320" y="941"/>
                </a:lnTo>
                <a:lnTo>
                  <a:pt x="303" y="916"/>
                </a:lnTo>
                <a:lnTo>
                  <a:pt x="287" y="890"/>
                </a:lnTo>
                <a:lnTo>
                  <a:pt x="273" y="866"/>
                </a:lnTo>
                <a:lnTo>
                  <a:pt x="260" y="841"/>
                </a:lnTo>
                <a:lnTo>
                  <a:pt x="49" y="841"/>
                </a:lnTo>
                <a:lnTo>
                  <a:pt x="49" y="841"/>
                </a:lnTo>
                <a:lnTo>
                  <a:pt x="57" y="860"/>
                </a:lnTo>
                <a:lnTo>
                  <a:pt x="66" y="879"/>
                </a:lnTo>
                <a:lnTo>
                  <a:pt x="76" y="897"/>
                </a:lnTo>
                <a:lnTo>
                  <a:pt x="87" y="916"/>
                </a:lnTo>
                <a:lnTo>
                  <a:pt x="98" y="934"/>
                </a:lnTo>
                <a:lnTo>
                  <a:pt x="110" y="951"/>
                </a:lnTo>
                <a:lnTo>
                  <a:pt x="122" y="968"/>
                </a:lnTo>
                <a:lnTo>
                  <a:pt x="135" y="984"/>
                </a:lnTo>
                <a:lnTo>
                  <a:pt x="148" y="1000"/>
                </a:lnTo>
                <a:lnTo>
                  <a:pt x="162" y="1016"/>
                </a:lnTo>
                <a:lnTo>
                  <a:pt x="177" y="1031"/>
                </a:lnTo>
                <a:lnTo>
                  <a:pt x="192" y="1045"/>
                </a:lnTo>
                <a:lnTo>
                  <a:pt x="207" y="1059"/>
                </a:lnTo>
                <a:lnTo>
                  <a:pt x="223" y="1073"/>
                </a:lnTo>
                <a:lnTo>
                  <a:pt x="239" y="1086"/>
                </a:lnTo>
                <a:lnTo>
                  <a:pt x="256" y="1098"/>
                </a:lnTo>
                <a:lnTo>
                  <a:pt x="273" y="1110"/>
                </a:lnTo>
                <a:lnTo>
                  <a:pt x="291" y="1121"/>
                </a:lnTo>
                <a:lnTo>
                  <a:pt x="310" y="1131"/>
                </a:lnTo>
                <a:lnTo>
                  <a:pt x="328" y="1141"/>
                </a:lnTo>
                <a:lnTo>
                  <a:pt x="346" y="1151"/>
                </a:lnTo>
                <a:lnTo>
                  <a:pt x="365" y="1159"/>
                </a:lnTo>
                <a:lnTo>
                  <a:pt x="385" y="1167"/>
                </a:lnTo>
                <a:lnTo>
                  <a:pt x="404" y="1175"/>
                </a:lnTo>
                <a:lnTo>
                  <a:pt x="424" y="1181"/>
                </a:lnTo>
                <a:lnTo>
                  <a:pt x="444" y="1187"/>
                </a:lnTo>
                <a:lnTo>
                  <a:pt x="464" y="1192"/>
                </a:lnTo>
                <a:lnTo>
                  <a:pt x="484" y="1197"/>
                </a:lnTo>
                <a:lnTo>
                  <a:pt x="505" y="1200"/>
                </a:lnTo>
                <a:lnTo>
                  <a:pt x="526" y="1203"/>
                </a:lnTo>
                <a:lnTo>
                  <a:pt x="546" y="1205"/>
                </a:lnTo>
                <a:lnTo>
                  <a:pt x="567" y="1206"/>
                </a:lnTo>
                <a:close/>
                <a:moveTo>
                  <a:pt x="242" y="804"/>
                </a:moveTo>
                <a:lnTo>
                  <a:pt x="242" y="804"/>
                </a:lnTo>
                <a:lnTo>
                  <a:pt x="233" y="782"/>
                </a:lnTo>
                <a:lnTo>
                  <a:pt x="225" y="760"/>
                </a:lnTo>
                <a:lnTo>
                  <a:pt x="218" y="739"/>
                </a:lnTo>
                <a:lnTo>
                  <a:pt x="211" y="717"/>
                </a:lnTo>
                <a:lnTo>
                  <a:pt x="206" y="694"/>
                </a:lnTo>
                <a:lnTo>
                  <a:pt x="202" y="672"/>
                </a:lnTo>
                <a:lnTo>
                  <a:pt x="198" y="649"/>
                </a:lnTo>
                <a:lnTo>
                  <a:pt x="195" y="625"/>
                </a:lnTo>
                <a:lnTo>
                  <a:pt x="0" y="625"/>
                </a:lnTo>
                <a:lnTo>
                  <a:pt x="0" y="641"/>
                </a:lnTo>
                <a:lnTo>
                  <a:pt x="0" y="641"/>
                </a:lnTo>
                <a:lnTo>
                  <a:pt x="1" y="660"/>
                </a:lnTo>
                <a:lnTo>
                  <a:pt x="3" y="680"/>
                </a:lnTo>
                <a:lnTo>
                  <a:pt x="6" y="702"/>
                </a:lnTo>
                <a:lnTo>
                  <a:pt x="10" y="724"/>
                </a:lnTo>
                <a:lnTo>
                  <a:pt x="15" y="746"/>
                </a:lnTo>
                <a:lnTo>
                  <a:pt x="21" y="767"/>
                </a:lnTo>
                <a:lnTo>
                  <a:pt x="27" y="787"/>
                </a:lnTo>
                <a:lnTo>
                  <a:pt x="34" y="804"/>
                </a:lnTo>
                <a:lnTo>
                  <a:pt x="242" y="804"/>
                </a:lnTo>
                <a:close/>
                <a:moveTo>
                  <a:pt x="193" y="587"/>
                </a:moveTo>
                <a:lnTo>
                  <a:pt x="193" y="587"/>
                </a:lnTo>
                <a:lnTo>
                  <a:pt x="193" y="564"/>
                </a:lnTo>
                <a:lnTo>
                  <a:pt x="195" y="540"/>
                </a:lnTo>
                <a:lnTo>
                  <a:pt x="197" y="514"/>
                </a:lnTo>
                <a:lnTo>
                  <a:pt x="201" y="489"/>
                </a:lnTo>
                <a:lnTo>
                  <a:pt x="207" y="464"/>
                </a:lnTo>
                <a:lnTo>
                  <a:pt x="213" y="439"/>
                </a:lnTo>
                <a:lnTo>
                  <a:pt x="221" y="416"/>
                </a:lnTo>
                <a:lnTo>
                  <a:pt x="229" y="394"/>
                </a:lnTo>
                <a:lnTo>
                  <a:pt x="36" y="394"/>
                </a:lnTo>
                <a:lnTo>
                  <a:pt x="36" y="394"/>
                </a:lnTo>
                <a:lnTo>
                  <a:pt x="29" y="417"/>
                </a:lnTo>
                <a:lnTo>
                  <a:pt x="22" y="441"/>
                </a:lnTo>
                <a:lnTo>
                  <a:pt x="15" y="465"/>
                </a:lnTo>
                <a:lnTo>
                  <a:pt x="9" y="489"/>
                </a:lnTo>
                <a:lnTo>
                  <a:pt x="5" y="514"/>
                </a:lnTo>
                <a:lnTo>
                  <a:pt x="2" y="539"/>
                </a:lnTo>
                <a:lnTo>
                  <a:pt x="0" y="563"/>
                </a:lnTo>
                <a:lnTo>
                  <a:pt x="0" y="587"/>
                </a:lnTo>
                <a:lnTo>
                  <a:pt x="193" y="587"/>
                </a:lnTo>
                <a:close/>
                <a:moveTo>
                  <a:pt x="456" y="394"/>
                </a:moveTo>
                <a:lnTo>
                  <a:pt x="456" y="394"/>
                </a:lnTo>
                <a:lnTo>
                  <a:pt x="452" y="413"/>
                </a:lnTo>
                <a:lnTo>
                  <a:pt x="449" y="433"/>
                </a:lnTo>
                <a:lnTo>
                  <a:pt x="444" y="473"/>
                </a:lnTo>
                <a:lnTo>
                  <a:pt x="441" y="514"/>
                </a:lnTo>
                <a:lnTo>
                  <a:pt x="440" y="553"/>
                </a:lnTo>
                <a:lnTo>
                  <a:pt x="440" y="587"/>
                </a:lnTo>
                <a:lnTo>
                  <a:pt x="587" y="587"/>
                </a:lnTo>
                <a:lnTo>
                  <a:pt x="587" y="394"/>
                </a:lnTo>
                <a:lnTo>
                  <a:pt x="456" y="394"/>
                </a:lnTo>
                <a:close/>
                <a:moveTo>
                  <a:pt x="440" y="625"/>
                </a:moveTo>
                <a:lnTo>
                  <a:pt x="440" y="640"/>
                </a:lnTo>
                <a:lnTo>
                  <a:pt x="440" y="640"/>
                </a:lnTo>
                <a:lnTo>
                  <a:pt x="441" y="658"/>
                </a:lnTo>
                <a:lnTo>
                  <a:pt x="442" y="678"/>
                </a:lnTo>
                <a:lnTo>
                  <a:pt x="445" y="700"/>
                </a:lnTo>
                <a:lnTo>
                  <a:pt x="448" y="723"/>
                </a:lnTo>
                <a:lnTo>
                  <a:pt x="456" y="767"/>
                </a:lnTo>
                <a:lnTo>
                  <a:pt x="461" y="787"/>
                </a:lnTo>
                <a:lnTo>
                  <a:pt x="466" y="804"/>
                </a:lnTo>
                <a:lnTo>
                  <a:pt x="587" y="804"/>
                </a:lnTo>
                <a:lnTo>
                  <a:pt x="587" y="625"/>
                </a:lnTo>
                <a:lnTo>
                  <a:pt x="440" y="625"/>
                </a:lnTo>
                <a:close/>
                <a:moveTo>
                  <a:pt x="475" y="841"/>
                </a:moveTo>
                <a:lnTo>
                  <a:pt x="475" y="841"/>
                </a:lnTo>
                <a:lnTo>
                  <a:pt x="485" y="879"/>
                </a:lnTo>
                <a:lnTo>
                  <a:pt x="496" y="918"/>
                </a:lnTo>
                <a:lnTo>
                  <a:pt x="508" y="955"/>
                </a:lnTo>
                <a:lnTo>
                  <a:pt x="522" y="993"/>
                </a:lnTo>
                <a:lnTo>
                  <a:pt x="536" y="1030"/>
                </a:lnTo>
                <a:lnTo>
                  <a:pt x="551" y="1066"/>
                </a:lnTo>
                <a:lnTo>
                  <a:pt x="568" y="1102"/>
                </a:lnTo>
                <a:lnTo>
                  <a:pt x="587" y="1136"/>
                </a:lnTo>
                <a:lnTo>
                  <a:pt x="587" y="841"/>
                </a:lnTo>
                <a:lnTo>
                  <a:pt x="475" y="841"/>
                </a:lnTo>
                <a:close/>
                <a:moveTo>
                  <a:pt x="245" y="357"/>
                </a:moveTo>
                <a:lnTo>
                  <a:pt x="52" y="357"/>
                </a:lnTo>
                <a:lnTo>
                  <a:pt x="52" y="357"/>
                </a:lnTo>
                <a:lnTo>
                  <a:pt x="61" y="338"/>
                </a:lnTo>
                <a:lnTo>
                  <a:pt x="70" y="319"/>
                </a:lnTo>
                <a:lnTo>
                  <a:pt x="80" y="300"/>
                </a:lnTo>
                <a:lnTo>
                  <a:pt x="91" y="283"/>
                </a:lnTo>
                <a:lnTo>
                  <a:pt x="102" y="265"/>
                </a:lnTo>
                <a:lnTo>
                  <a:pt x="114" y="249"/>
                </a:lnTo>
                <a:lnTo>
                  <a:pt x="126" y="232"/>
                </a:lnTo>
                <a:lnTo>
                  <a:pt x="139" y="216"/>
                </a:lnTo>
                <a:lnTo>
                  <a:pt x="152" y="201"/>
                </a:lnTo>
                <a:lnTo>
                  <a:pt x="166" y="186"/>
                </a:lnTo>
                <a:lnTo>
                  <a:pt x="181" y="171"/>
                </a:lnTo>
                <a:lnTo>
                  <a:pt x="196" y="157"/>
                </a:lnTo>
                <a:lnTo>
                  <a:pt x="211" y="144"/>
                </a:lnTo>
                <a:lnTo>
                  <a:pt x="227" y="131"/>
                </a:lnTo>
                <a:lnTo>
                  <a:pt x="243" y="118"/>
                </a:lnTo>
                <a:lnTo>
                  <a:pt x="259" y="107"/>
                </a:lnTo>
                <a:lnTo>
                  <a:pt x="276" y="95"/>
                </a:lnTo>
                <a:lnTo>
                  <a:pt x="294" y="84"/>
                </a:lnTo>
                <a:lnTo>
                  <a:pt x="312" y="74"/>
                </a:lnTo>
                <a:lnTo>
                  <a:pt x="330" y="65"/>
                </a:lnTo>
                <a:lnTo>
                  <a:pt x="349" y="56"/>
                </a:lnTo>
                <a:lnTo>
                  <a:pt x="367" y="47"/>
                </a:lnTo>
                <a:lnTo>
                  <a:pt x="386" y="39"/>
                </a:lnTo>
                <a:lnTo>
                  <a:pt x="406" y="32"/>
                </a:lnTo>
                <a:lnTo>
                  <a:pt x="425" y="26"/>
                </a:lnTo>
                <a:lnTo>
                  <a:pt x="445" y="20"/>
                </a:lnTo>
                <a:lnTo>
                  <a:pt x="465" y="15"/>
                </a:lnTo>
                <a:lnTo>
                  <a:pt x="485" y="11"/>
                </a:lnTo>
                <a:lnTo>
                  <a:pt x="505" y="7"/>
                </a:lnTo>
                <a:lnTo>
                  <a:pt x="525" y="4"/>
                </a:lnTo>
                <a:lnTo>
                  <a:pt x="546" y="1"/>
                </a:lnTo>
                <a:lnTo>
                  <a:pt x="567" y="0"/>
                </a:lnTo>
                <a:lnTo>
                  <a:pt x="567" y="0"/>
                </a:lnTo>
                <a:lnTo>
                  <a:pt x="519" y="36"/>
                </a:lnTo>
                <a:lnTo>
                  <a:pt x="495" y="55"/>
                </a:lnTo>
                <a:lnTo>
                  <a:pt x="472" y="74"/>
                </a:lnTo>
                <a:lnTo>
                  <a:pt x="449" y="94"/>
                </a:lnTo>
                <a:lnTo>
                  <a:pt x="427" y="115"/>
                </a:lnTo>
                <a:lnTo>
                  <a:pt x="405" y="136"/>
                </a:lnTo>
                <a:lnTo>
                  <a:pt x="384" y="158"/>
                </a:lnTo>
                <a:lnTo>
                  <a:pt x="363" y="180"/>
                </a:lnTo>
                <a:lnTo>
                  <a:pt x="343" y="203"/>
                </a:lnTo>
                <a:lnTo>
                  <a:pt x="325" y="227"/>
                </a:lnTo>
                <a:lnTo>
                  <a:pt x="307" y="251"/>
                </a:lnTo>
                <a:lnTo>
                  <a:pt x="289" y="276"/>
                </a:lnTo>
                <a:lnTo>
                  <a:pt x="273" y="303"/>
                </a:lnTo>
                <a:lnTo>
                  <a:pt x="259" y="329"/>
                </a:lnTo>
                <a:lnTo>
                  <a:pt x="245" y="357"/>
                </a:lnTo>
                <a:lnTo>
                  <a:pt x="245" y="357"/>
                </a:lnTo>
                <a:close/>
                <a:moveTo>
                  <a:pt x="464" y="357"/>
                </a:moveTo>
                <a:lnTo>
                  <a:pt x="587" y="357"/>
                </a:lnTo>
                <a:lnTo>
                  <a:pt x="587" y="60"/>
                </a:lnTo>
                <a:lnTo>
                  <a:pt x="587" y="60"/>
                </a:lnTo>
                <a:lnTo>
                  <a:pt x="565" y="94"/>
                </a:lnTo>
                <a:lnTo>
                  <a:pt x="545" y="129"/>
                </a:lnTo>
                <a:lnTo>
                  <a:pt x="527" y="165"/>
                </a:lnTo>
                <a:lnTo>
                  <a:pt x="510" y="201"/>
                </a:lnTo>
                <a:lnTo>
                  <a:pt x="496" y="239"/>
                </a:lnTo>
                <a:lnTo>
                  <a:pt x="484" y="277"/>
                </a:lnTo>
                <a:lnTo>
                  <a:pt x="473" y="317"/>
                </a:lnTo>
                <a:lnTo>
                  <a:pt x="464" y="357"/>
                </a:lnTo>
                <a:lnTo>
                  <a:pt x="464" y="357"/>
                </a:lnTo>
                <a:close/>
                <a:moveTo>
                  <a:pt x="427" y="357"/>
                </a:moveTo>
                <a:lnTo>
                  <a:pt x="427" y="357"/>
                </a:lnTo>
                <a:lnTo>
                  <a:pt x="434" y="322"/>
                </a:lnTo>
                <a:lnTo>
                  <a:pt x="443" y="283"/>
                </a:lnTo>
                <a:lnTo>
                  <a:pt x="455" y="244"/>
                </a:lnTo>
                <a:lnTo>
                  <a:pt x="469" y="204"/>
                </a:lnTo>
                <a:lnTo>
                  <a:pt x="485" y="165"/>
                </a:lnTo>
                <a:lnTo>
                  <a:pt x="493" y="146"/>
                </a:lnTo>
                <a:lnTo>
                  <a:pt x="502" y="127"/>
                </a:lnTo>
                <a:lnTo>
                  <a:pt x="511" y="110"/>
                </a:lnTo>
                <a:lnTo>
                  <a:pt x="521" y="94"/>
                </a:lnTo>
                <a:lnTo>
                  <a:pt x="531" y="78"/>
                </a:lnTo>
                <a:lnTo>
                  <a:pt x="541" y="65"/>
                </a:lnTo>
                <a:lnTo>
                  <a:pt x="541" y="65"/>
                </a:lnTo>
                <a:lnTo>
                  <a:pt x="522" y="78"/>
                </a:lnTo>
                <a:lnTo>
                  <a:pt x="504" y="93"/>
                </a:lnTo>
                <a:lnTo>
                  <a:pt x="485" y="108"/>
                </a:lnTo>
                <a:lnTo>
                  <a:pt x="467" y="125"/>
                </a:lnTo>
                <a:lnTo>
                  <a:pt x="449" y="141"/>
                </a:lnTo>
                <a:lnTo>
                  <a:pt x="432" y="159"/>
                </a:lnTo>
                <a:lnTo>
                  <a:pt x="415" y="177"/>
                </a:lnTo>
                <a:lnTo>
                  <a:pt x="398" y="196"/>
                </a:lnTo>
                <a:lnTo>
                  <a:pt x="382" y="215"/>
                </a:lnTo>
                <a:lnTo>
                  <a:pt x="366" y="234"/>
                </a:lnTo>
                <a:lnTo>
                  <a:pt x="352" y="254"/>
                </a:lnTo>
                <a:lnTo>
                  <a:pt x="337" y="274"/>
                </a:lnTo>
                <a:lnTo>
                  <a:pt x="324" y="294"/>
                </a:lnTo>
                <a:lnTo>
                  <a:pt x="311" y="315"/>
                </a:lnTo>
                <a:lnTo>
                  <a:pt x="299" y="336"/>
                </a:lnTo>
                <a:lnTo>
                  <a:pt x="288" y="357"/>
                </a:lnTo>
                <a:lnTo>
                  <a:pt x="427" y="357"/>
                </a:lnTo>
                <a:close/>
                <a:moveTo>
                  <a:pt x="420" y="394"/>
                </a:moveTo>
                <a:lnTo>
                  <a:pt x="420" y="394"/>
                </a:lnTo>
                <a:lnTo>
                  <a:pt x="415" y="417"/>
                </a:lnTo>
                <a:lnTo>
                  <a:pt x="412" y="441"/>
                </a:lnTo>
                <a:lnTo>
                  <a:pt x="408" y="466"/>
                </a:lnTo>
                <a:lnTo>
                  <a:pt x="406" y="490"/>
                </a:lnTo>
                <a:lnTo>
                  <a:pt x="404" y="515"/>
                </a:lnTo>
                <a:lnTo>
                  <a:pt x="403" y="540"/>
                </a:lnTo>
                <a:lnTo>
                  <a:pt x="403" y="564"/>
                </a:lnTo>
                <a:lnTo>
                  <a:pt x="403" y="587"/>
                </a:lnTo>
                <a:lnTo>
                  <a:pt x="229" y="587"/>
                </a:lnTo>
                <a:lnTo>
                  <a:pt x="229" y="571"/>
                </a:lnTo>
                <a:lnTo>
                  <a:pt x="229" y="571"/>
                </a:lnTo>
                <a:lnTo>
                  <a:pt x="229" y="549"/>
                </a:lnTo>
                <a:lnTo>
                  <a:pt x="232" y="527"/>
                </a:lnTo>
                <a:lnTo>
                  <a:pt x="236" y="504"/>
                </a:lnTo>
                <a:lnTo>
                  <a:pt x="242" y="481"/>
                </a:lnTo>
                <a:lnTo>
                  <a:pt x="248" y="458"/>
                </a:lnTo>
                <a:lnTo>
                  <a:pt x="255" y="436"/>
                </a:lnTo>
                <a:lnTo>
                  <a:pt x="262" y="415"/>
                </a:lnTo>
                <a:lnTo>
                  <a:pt x="270" y="394"/>
                </a:lnTo>
                <a:lnTo>
                  <a:pt x="420" y="394"/>
                </a:lnTo>
                <a:close/>
                <a:moveTo>
                  <a:pt x="403" y="625"/>
                </a:moveTo>
                <a:lnTo>
                  <a:pt x="403" y="625"/>
                </a:lnTo>
                <a:lnTo>
                  <a:pt x="403" y="646"/>
                </a:lnTo>
                <a:lnTo>
                  <a:pt x="404" y="669"/>
                </a:lnTo>
                <a:lnTo>
                  <a:pt x="406" y="692"/>
                </a:lnTo>
                <a:lnTo>
                  <a:pt x="409" y="715"/>
                </a:lnTo>
                <a:lnTo>
                  <a:pt x="413" y="738"/>
                </a:lnTo>
                <a:lnTo>
                  <a:pt x="418" y="761"/>
                </a:lnTo>
                <a:lnTo>
                  <a:pt x="427" y="804"/>
                </a:lnTo>
                <a:lnTo>
                  <a:pt x="281" y="804"/>
                </a:lnTo>
                <a:lnTo>
                  <a:pt x="281" y="804"/>
                </a:lnTo>
                <a:lnTo>
                  <a:pt x="271" y="783"/>
                </a:lnTo>
                <a:lnTo>
                  <a:pt x="262" y="762"/>
                </a:lnTo>
                <a:lnTo>
                  <a:pt x="254" y="740"/>
                </a:lnTo>
                <a:lnTo>
                  <a:pt x="247" y="717"/>
                </a:lnTo>
                <a:lnTo>
                  <a:pt x="241" y="694"/>
                </a:lnTo>
                <a:lnTo>
                  <a:pt x="236" y="671"/>
                </a:lnTo>
                <a:lnTo>
                  <a:pt x="233" y="648"/>
                </a:lnTo>
                <a:lnTo>
                  <a:pt x="230" y="625"/>
                </a:lnTo>
                <a:lnTo>
                  <a:pt x="403" y="625"/>
                </a:lnTo>
                <a:close/>
                <a:moveTo>
                  <a:pt x="643" y="1206"/>
                </a:moveTo>
                <a:lnTo>
                  <a:pt x="643" y="1206"/>
                </a:lnTo>
                <a:lnTo>
                  <a:pt x="666" y="1188"/>
                </a:lnTo>
                <a:lnTo>
                  <a:pt x="688" y="1168"/>
                </a:lnTo>
                <a:lnTo>
                  <a:pt x="710" y="1148"/>
                </a:lnTo>
                <a:lnTo>
                  <a:pt x="732" y="1128"/>
                </a:lnTo>
                <a:lnTo>
                  <a:pt x="753" y="1106"/>
                </a:lnTo>
                <a:lnTo>
                  <a:pt x="774" y="1085"/>
                </a:lnTo>
                <a:lnTo>
                  <a:pt x="795" y="1062"/>
                </a:lnTo>
                <a:lnTo>
                  <a:pt x="815" y="1039"/>
                </a:lnTo>
                <a:lnTo>
                  <a:pt x="835" y="1016"/>
                </a:lnTo>
                <a:lnTo>
                  <a:pt x="854" y="992"/>
                </a:lnTo>
                <a:lnTo>
                  <a:pt x="872" y="968"/>
                </a:lnTo>
                <a:lnTo>
                  <a:pt x="889" y="943"/>
                </a:lnTo>
                <a:lnTo>
                  <a:pt x="906" y="919"/>
                </a:lnTo>
                <a:lnTo>
                  <a:pt x="923" y="892"/>
                </a:lnTo>
                <a:lnTo>
                  <a:pt x="937" y="867"/>
                </a:lnTo>
                <a:lnTo>
                  <a:pt x="951" y="841"/>
                </a:lnTo>
                <a:lnTo>
                  <a:pt x="1160" y="841"/>
                </a:lnTo>
                <a:lnTo>
                  <a:pt x="1160" y="841"/>
                </a:lnTo>
                <a:lnTo>
                  <a:pt x="1151" y="860"/>
                </a:lnTo>
                <a:lnTo>
                  <a:pt x="1142" y="879"/>
                </a:lnTo>
                <a:lnTo>
                  <a:pt x="1132" y="898"/>
                </a:lnTo>
                <a:lnTo>
                  <a:pt x="1121" y="917"/>
                </a:lnTo>
                <a:lnTo>
                  <a:pt x="1110" y="934"/>
                </a:lnTo>
                <a:lnTo>
                  <a:pt x="1098" y="951"/>
                </a:lnTo>
                <a:lnTo>
                  <a:pt x="1086" y="968"/>
                </a:lnTo>
                <a:lnTo>
                  <a:pt x="1073" y="984"/>
                </a:lnTo>
                <a:lnTo>
                  <a:pt x="1060" y="1000"/>
                </a:lnTo>
                <a:lnTo>
                  <a:pt x="1046" y="1015"/>
                </a:lnTo>
                <a:lnTo>
                  <a:pt x="1032" y="1030"/>
                </a:lnTo>
                <a:lnTo>
                  <a:pt x="1017" y="1044"/>
                </a:lnTo>
                <a:lnTo>
                  <a:pt x="1001" y="1058"/>
                </a:lnTo>
                <a:lnTo>
                  <a:pt x="986" y="1072"/>
                </a:lnTo>
                <a:lnTo>
                  <a:pt x="970" y="1084"/>
                </a:lnTo>
                <a:lnTo>
                  <a:pt x="953" y="1096"/>
                </a:lnTo>
                <a:lnTo>
                  <a:pt x="936" y="1108"/>
                </a:lnTo>
                <a:lnTo>
                  <a:pt x="919" y="1119"/>
                </a:lnTo>
                <a:lnTo>
                  <a:pt x="900" y="1130"/>
                </a:lnTo>
                <a:lnTo>
                  <a:pt x="882" y="1139"/>
                </a:lnTo>
                <a:lnTo>
                  <a:pt x="864" y="1149"/>
                </a:lnTo>
                <a:lnTo>
                  <a:pt x="845" y="1157"/>
                </a:lnTo>
                <a:lnTo>
                  <a:pt x="826" y="1165"/>
                </a:lnTo>
                <a:lnTo>
                  <a:pt x="806" y="1173"/>
                </a:lnTo>
                <a:lnTo>
                  <a:pt x="787" y="1179"/>
                </a:lnTo>
                <a:lnTo>
                  <a:pt x="767" y="1185"/>
                </a:lnTo>
                <a:lnTo>
                  <a:pt x="747" y="1191"/>
                </a:lnTo>
                <a:lnTo>
                  <a:pt x="727" y="1195"/>
                </a:lnTo>
                <a:lnTo>
                  <a:pt x="706" y="1199"/>
                </a:lnTo>
                <a:lnTo>
                  <a:pt x="685" y="1202"/>
                </a:lnTo>
                <a:lnTo>
                  <a:pt x="664" y="1205"/>
                </a:lnTo>
                <a:lnTo>
                  <a:pt x="643" y="1206"/>
                </a:lnTo>
                <a:lnTo>
                  <a:pt x="643" y="1206"/>
                </a:lnTo>
                <a:close/>
                <a:moveTo>
                  <a:pt x="968" y="804"/>
                </a:moveTo>
                <a:lnTo>
                  <a:pt x="968" y="804"/>
                </a:lnTo>
                <a:lnTo>
                  <a:pt x="985" y="757"/>
                </a:lnTo>
                <a:lnTo>
                  <a:pt x="991" y="736"/>
                </a:lnTo>
                <a:lnTo>
                  <a:pt x="997" y="716"/>
                </a:lnTo>
                <a:lnTo>
                  <a:pt x="1002" y="696"/>
                </a:lnTo>
                <a:lnTo>
                  <a:pt x="1006" y="674"/>
                </a:lnTo>
                <a:lnTo>
                  <a:pt x="1015" y="625"/>
                </a:lnTo>
                <a:lnTo>
                  <a:pt x="1209" y="625"/>
                </a:lnTo>
                <a:lnTo>
                  <a:pt x="1209" y="625"/>
                </a:lnTo>
                <a:lnTo>
                  <a:pt x="1208" y="648"/>
                </a:lnTo>
                <a:lnTo>
                  <a:pt x="1206" y="671"/>
                </a:lnTo>
                <a:lnTo>
                  <a:pt x="1203" y="693"/>
                </a:lnTo>
                <a:lnTo>
                  <a:pt x="1199" y="716"/>
                </a:lnTo>
                <a:lnTo>
                  <a:pt x="1194" y="738"/>
                </a:lnTo>
                <a:lnTo>
                  <a:pt x="1188" y="760"/>
                </a:lnTo>
                <a:lnTo>
                  <a:pt x="1182" y="782"/>
                </a:lnTo>
                <a:lnTo>
                  <a:pt x="1175" y="804"/>
                </a:lnTo>
                <a:lnTo>
                  <a:pt x="968" y="804"/>
                </a:lnTo>
                <a:close/>
                <a:moveTo>
                  <a:pt x="1018" y="587"/>
                </a:moveTo>
                <a:lnTo>
                  <a:pt x="1018" y="587"/>
                </a:lnTo>
                <a:lnTo>
                  <a:pt x="1016" y="562"/>
                </a:lnTo>
                <a:lnTo>
                  <a:pt x="1014" y="538"/>
                </a:lnTo>
                <a:lnTo>
                  <a:pt x="1011" y="513"/>
                </a:lnTo>
                <a:lnTo>
                  <a:pt x="1007" y="489"/>
                </a:lnTo>
                <a:lnTo>
                  <a:pt x="1002" y="466"/>
                </a:lnTo>
                <a:lnTo>
                  <a:pt x="997" y="442"/>
                </a:lnTo>
                <a:lnTo>
                  <a:pt x="990" y="418"/>
                </a:lnTo>
                <a:lnTo>
                  <a:pt x="981" y="394"/>
                </a:lnTo>
                <a:lnTo>
                  <a:pt x="1173" y="394"/>
                </a:lnTo>
                <a:lnTo>
                  <a:pt x="1173" y="394"/>
                </a:lnTo>
                <a:lnTo>
                  <a:pt x="1186" y="442"/>
                </a:lnTo>
                <a:lnTo>
                  <a:pt x="1192" y="466"/>
                </a:lnTo>
                <a:lnTo>
                  <a:pt x="1197" y="490"/>
                </a:lnTo>
                <a:lnTo>
                  <a:pt x="1201" y="513"/>
                </a:lnTo>
                <a:lnTo>
                  <a:pt x="1205" y="537"/>
                </a:lnTo>
                <a:lnTo>
                  <a:pt x="1208" y="562"/>
                </a:lnTo>
                <a:lnTo>
                  <a:pt x="1209" y="587"/>
                </a:lnTo>
                <a:lnTo>
                  <a:pt x="1018" y="587"/>
                </a:lnTo>
                <a:close/>
                <a:moveTo>
                  <a:pt x="965" y="357"/>
                </a:moveTo>
                <a:lnTo>
                  <a:pt x="965" y="357"/>
                </a:lnTo>
                <a:lnTo>
                  <a:pt x="951" y="329"/>
                </a:lnTo>
                <a:lnTo>
                  <a:pt x="936" y="302"/>
                </a:lnTo>
                <a:lnTo>
                  <a:pt x="920" y="276"/>
                </a:lnTo>
                <a:lnTo>
                  <a:pt x="902" y="251"/>
                </a:lnTo>
                <a:lnTo>
                  <a:pt x="884" y="227"/>
                </a:lnTo>
                <a:lnTo>
                  <a:pt x="865" y="203"/>
                </a:lnTo>
                <a:lnTo>
                  <a:pt x="846" y="181"/>
                </a:lnTo>
                <a:lnTo>
                  <a:pt x="826" y="159"/>
                </a:lnTo>
                <a:lnTo>
                  <a:pt x="805" y="137"/>
                </a:lnTo>
                <a:lnTo>
                  <a:pt x="784" y="116"/>
                </a:lnTo>
                <a:lnTo>
                  <a:pt x="762" y="96"/>
                </a:lnTo>
                <a:lnTo>
                  <a:pt x="739" y="76"/>
                </a:lnTo>
                <a:lnTo>
                  <a:pt x="693" y="37"/>
                </a:lnTo>
                <a:lnTo>
                  <a:pt x="645" y="0"/>
                </a:lnTo>
                <a:lnTo>
                  <a:pt x="645" y="0"/>
                </a:lnTo>
                <a:lnTo>
                  <a:pt x="665" y="2"/>
                </a:lnTo>
                <a:lnTo>
                  <a:pt x="685" y="4"/>
                </a:lnTo>
                <a:lnTo>
                  <a:pt x="706" y="8"/>
                </a:lnTo>
                <a:lnTo>
                  <a:pt x="726" y="12"/>
                </a:lnTo>
                <a:lnTo>
                  <a:pt x="745" y="16"/>
                </a:lnTo>
                <a:lnTo>
                  <a:pt x="765" y="22"/>
                </a:lnTo>
                <a:lnTo>
                  <a:pt x="785" y="28"/>
                </a:lnTo>
                <a:lnTo>
                  <a:pt x="804" y="34"/>
                </a:lnTo>
                <a:lnTo>
                  <a:pt x="823" y="42"/>
                </a:lnTo>
                <a:lnTo>
                  <a:pt x="842" y="50"/>
                </a:lnTo>
                <a:lnTo>
                  <a:pt x="860" y="58"/>
                </a:lnTo>
                <a:lnTo>
                  <a:pt x="878" y="67"/>
                </a:lnTo>
                <a:lnTo>
                  <a:pt x="896" y="77"/>
                </a:lnTo>
                <a:lnTo>
                  <a:pt x="915" y="87"/>
                </a:lnTo>
                <a:lnTo>
                  <a:pt x="932" y="98"/>
                </a:lnTo>
                <a:lnTo>
                  <a:pt x="949" y="109"/>
                </a:lnTo>
                <a:lnTo>
                  <a:pt x="966" y="121"/>
                </a:lnTo>
                <a:lnTo>
                  <a:pt x="982" y="133"/>
                </a:lnTo>
                <a:lnTo>
                  <a:pt x="998" y="146"/>
                </a:lnTo>
                <a:lnTo>
                  <a:pt x="1013" y="160"/>
                </a:lnTo>
                <a:lnTo>
                  <a:pt x="1028" y="174"/>
                </a:lnTo>
                <a:lnTo>
                  <a:pt x="1042" y="188"/>
                </a:lnTo>
                <a:lnTo>
                  <a:pt x="1056" y="203"/>
                </a:lnTo>
                <a:lnTo>
                  <a:pt x="1070" y="218"/>
                </a:lnTo>
                <a:lnTo>
                  <a:pt x="1082" y="234"/>
                </a:lnTo>
                <a:lnTo>
                  <a:pt x="1095" y="250"/>
                </a:lnTo>
                <a:lnTo>
                  <a:pt x="1107" y="267"/>
                </a:lnTo>
                <a:lnTo>
                  <a:pt x="1118" y="284"/>
                </a:lnTo>
                <a:lnTo>
                  <a:pt x="1129" y="302"/>
                </a:lnTo>
                <a:lnTo>
                  <a:pt x="1139" y="320"/>
                </a:lnTo>
                <a:lnTo>
                  <a:pt x="1148" y="338"/>
                </a:lnTo>
                <a:lnTo>
                  <a:pt x="1157" y="357"/>
                </a:lnTo>
                <a:lnTo>
                  <a:pt x="965" y="357"/>
                </a:lnTo>
                <a:close/>
                <a:moveTo>
                  <a:pt x="624" y="58"/>
                </a:moveTo>
                <a:lnTo>
                  <a:pt x="624" y="58"/>
                </a:lnTo>
                <a:lnTo>
                  <a:pt x="647" y="96"/>
                </a:lnTo>
                <a:lnTo>
                  <a:pt x="667" y="132"/>
                </a:lnTo>
                <a:lnTo>
                  <a:pt x="684" y="167"/>
                </a:lnTo>
                <a:lnTo>
                  <a:pt x="699" y="201"/>
                </a:lnTo>
                <a:lnTo>
                  <a:pt x="712" y="236"/>
                </a:lnTo>
                <a:lnTo>
                  <a:pt x="724" y="273"/>
                </a:lnTo>
                <a:lnTo>
                  <a:pt x="736" y="314"/>
                </a:lnTo>
                <a:lnTo>
                  <a:pt x="746" y="357"/>
                </a:lnTo>
                <a:lnTo>
                  <a:pt x="624" y="357"/>
                </a:lnTo>
                <a:lnTo>
                  <a:pt x="624" y="58"/>
                </a:lnTo>
                <a:close/>
                <a:moveTo>
                  <a:pt x="754" y="394"/>
                </a:moveTo>
                <a:lnTo>
                  <a:pt x="754" y="394"/>
                </a:lnTo>
                <a:lnTo>
                  <a:pt x="762" y="449"/>
                </a:lnTo>
                <a:lnTo>
                  <a:pt x="765" y="476"/>
                </a:lnTo>
                <a:lnTo>
                  <a:pt x="767" y="504"/>
                </a:lnTo>
                <a:lnTo>
                  <a:pt x="767" y="504"/>
                </a:lnTo>
                <a:lnTo>
                  <a:pt x="768" y="525"/>
                </a:lnTo>
                <a:lnTo>
                  <a:pt x="769" y="546"/>
                </a:lnTo>
                <a:lnTo>
                  <a:pt x="769" y="566"/>
                </a:lnTo>
                <a:lnTo>
                  <a:pt x="770" y="587"/>
                </a:lnTo>
                <a:lnTo>
                  <a:pt x="624" y="587"/>
                </a:lnTo>
                <a:lnTo>
                  <a:pt x="624" y="394"/>
                </a:lnTo>
                <a:lnTo>
                  <a:pt x="754" y="394"/>
                </a:lnTo>
                <a:close/>
                <a:moveTo>
                  <a:pt x="770" y="625"/>
                </a:moveTo>
                <a:lnTo>
                  <a:pt x="770" y="625"/>
                </a:lnTo>
                <a:lnTo>
                  <a:pt x="769" y="647"/>
                </a:lnTo>
                <a:lnTo>
                  <a:pt x="768" y="670"/>
                </a:lnTo>
                <a:lnTo>
                  <a:pt x="765" y="693"/>
                </a:lnTo>
                <a:lnTo>
                  <a:pt x="762" y="715"/>
                </a:lnTo>
                <a:lnTo>
                  <a:pt x="754" y="760"/>
                </a:lnTo>
                <a:lnTo>
                  <a:pt x="745" y="804"/>
                </a:lnTo>
                <a:lnTo>
                  <a:pt x="624" y="804"/>
                </a:lnTo>
                <a:lnTo>
                  <a:pt x="624" y="625"/>
                </a:lnTo>
                <a:lnTo>
                  <a:pt x="770" y="625"/>
                </a:lnTo>
                <a:close/>
                <a:moveTo>
                  <a:pt x="736" y="841"/>
                </a:moveTo>
                <a:lnTo>
                  <a:pt x="736" y="841"/>
                </a:lnTo>
                <a:lnTo>
                  <a:pt x="712" y="918"/>
                </a:lnTo>
                <a:lnTo>
                  <a:pt x="699" y="955"/>
                </a:lnTo>
                <a:lnTo>
                  <a:pt x="686" y="992"/>
                </a:lnTo>
                <a:lnTo>
                  <a:pt x="672" y="1029"/>
                </a:lnTo>
                <a:lnTo>
                  <a:pt x="657" y="1065"/>
                </a:lnTo>
                <a:lnTo>
                  <a:pt x="641" y="1101"/>
                </a:lnTo>
                <a:lnTo>
                  <a:pt x="624" y="1138"/>
                </a:lnTo>
                <a:lnTo>
                  <a:pt x="624" y="841"/>
                </a:lnTo>
                <a:lnTo>
                  <a:pt x="736" y="841"/>
                </a:lnTo>
                <a:close/>
                <a:moveTo>
                  <a:pt x="784" y="357"/>
                </a:moveTo>
                <a:lnTo>
                  <a:pt x="784" y="357"/>
                </a:lnTo>
                <a:lnTo>
                  <a:pt x="775" y="318"/>
                </a:lnTo>
                <a:lnTo>
                  <a:pt x="765" y="279"/>
                </a:lnTo>
                <a:lnTo>
                  <a:pt x="754" y="241"/>
                </a:lnTo>
                <a:lnTo>
                  <a:pt x="741" y="204"/>
                </a:lnTo>
                <a:lnTo>
                  <a:pt x="726" y="167"/>
                </a:lnTo>
                <a:lnTo>
                  <a:pt x="718" y="149"/>
                </a:lnTo>
                <a:lnTo>
                  <a:pt x="709" y="132"/>
                </a:lnTo>
                <a:lnTo>
                  <a:pt x="700" y="114"/>
                </a:lnTo>
                <a:lnTo>
                  <a:pt x="690" y="97"/>
                </a:lnTo>
                <a:lnTo>
                  <a:pt x="680" y="81"/>
                </a:lnTo>
                <a:lnTo>
                  <a:pt x="669" y="65"/>
                </a:lnTo>
                <a:lnTo>
                  <a:pt x="669" y="65"/>
                </a:lnTo>
                <a:lnTo>
                  <a:pt x="688" y="80"/>
                </a:lnTo>
                <a:lnTo>
                  <a:pt x="708" y="95"/>
                </a:lnTo>
                <a:lnTo>
                  <a:pt x="726" y="111"/>
                </a:lnTo>
                <a:lnTo>
                  <a:pt x="744" y="127"/>
                </a:lnTo>
                <a:lnTo>
                  <a:pt x="762" y="144"/>
                </a:lnTo>
                <a:lnTo>
                  <a:pt x="779" y="161"/>
                </a:lnTo>
                <a:lnTo>
                  <a:pt x="795" y="178"/>
                </a:lnTo>
                <a:lnTo>
                  <a:pt x="811" y="196"/>
                </a:lnTo>
                <a:lnTo>
                  <a:pt x="827" y="214"/>
                </a:lnTo>
                <a:lnTo>
                  <a:pt x="842" y="233"/>
                </a:lnTo>
                <a:lnTo>
                  <a:pt x="856" y="252"/>
                </a:lnTo>
                <a:lnTo>
                  <a:pt x="870" y="272"/>
                </a:lnTo>
                <a:lnTo>
                  <a:pt x="884" y="292"/>
                </a:lnTo>
                <a:lnTo>
                  <a:pt x="897" y="313"/>
                </a:lnTo>
                <a:lnTo>
                  <a:pt x="910" y="335"/>
                </a:lnTo>
                <a:lnTo>
                  <a:pt x="923" y="357"/>
                </a:lnTo>
                <a:lnTo>
                  <a:pt x="784" y="357"/>
                </a:lnTo>
                <a:close/>
                <a:moveTo>
                  <a:pt x="790" y="394"/>
                </a:moveTo>
                <a:lnTo>
                  <a:pt x="790" y="394"/>
                </a:lnTo>
                <a:lnTo>
                  <a:pt x="797" y="443"/>
                </a:lnTo>
                <a:lnTo>
                  <a:pt x="801" y="491"/>
                </a:lnTo>
                <a:lnTo>
                  <a:pt x="805" y="539"/>
                </a:lnTo>
                <a:lnTo>
                  <a:pt x="807" y="587"/>
                </a:lnTo>
                <a:lnTo>
                  <a:pt x="982" y="587"/>
                </a:lnTo>
                <a:lnTo>
                  <a:pt x="982" y="587"/>
                </a:lnTo>
                <a:lnTo>
                  <a:pt x="981" y="561"/>
                </a:lnTo>
                <a:lnTo>
                  <a:pt x="978" y="536"/>
                </a:lnTo>
                <a:lnTo>
                  <a:pt x="974" y="512"/>
                </a:lnTo>
                <a:lnTo>
                  <a:pt x="969" y="489"/>
                </a:lnTo>
                <a:lnTo>
                  <a:pt x="963" y="466"/>
                </a:lnTo>
                <a:lnTo>
                  <a:pt x="956" y="443"/>
                </a:lnTo>
                <a:lnTo>
                  <a:pt x="940" y="394"/>
                </a:lnTo>
                <a:lnTo>
                  <a:pt x="790" y="394"/>
                </a:lnTo>
                <a:close/>
                <a:moveTo>
                  <a:pt x="807" y="625"/>
                </a:moveTo>
                <a:lnTo>
                  <a:pt x="807" y="625"/>
                </a:lnTo>
                <a:lnTo>
                  <a:pt x="806" y="648"/>
                </a:lnTo>
                <a:lnTo>
                  <a:pt x="804" y="670"/>
                </a:lnTo>
                <a:lnTo>
                  <a:pt x="801" y="693"/>
                </a:lnTo>
                <a:lnTo>
                  <a:pt x="798" y="715"/>
                </a:lnTo>
                <a:lnTo>
                  <a:pt x="791" y="759"/>
                </a:lnTo>
                <a:lnTo>
                  <a:pt x="784" y="804"/>
                </a:lnTo>
                <a:lnTo>
                  <a:pt x="930" y="804"/>
                </a:lnTo>
                <a:lnTo>
                  <a:pt x="930" y="804"/>
                </a:lnTo>
                <a:lnTo>
                  <a:pt x="939" y="781"/>
                </a:lnTo>
                <a:lnTo>
                  <a:pt x="948" y="759"/>
                </a:lnTo>
                <a:lnTo>
                  <a:pt x="955" y="737"/>
                </a:lnTo>
                <a:lnTo>
                  <a:pt x="961" y="716"/>
                </a:lnTo>
                <a:lnTo>
                  <a:pt x="967" y="695"/>
                </a:lnTo>
                <a:lnTo>
                  <a:pt x="972" y="672"/>
                </a:lnTo>
                <a:lnTo>
                  <a:pt x="980" y="625"/>
                </a:lnTo>
                <a:lnTo>
                  <a:pt x="807" y="625"/>
                </a:lnTo>
                <a:close/>
                <a:moveTo>
                  <a:pt x="774" y="841"/>
                </a:moveTo>
                <a:lnTo>
                  <a:pt x="774" y="841"/>
                </a:lnTo>
                <a:lnTo>
                  <a:pt x="763" y="881"/>
                </a:lnTo>
                <a:lnTo>
                  <a:pt x="751" y="921"/>
                </a:lnTo>
                <a:lnTo>
                  <a:pt x="738" y="960"/>
                </a:lnTo>
                <a:lnTo>
                  <a:pt x="723" y="998"/>
                </a:lnTo>
                <a:lnTo>
                  <a:pt x="708" y="1035"/>
                </a:lnTo>
                <a:lnTo>
                  <a:pt x="691" y="1073"/>
                </a:lnTo>
                <a:lnTo>
                  <a:pt x="674" y="1110"/>
                </a:lnTo>
                <a:lnTo>
                  <a:pt x="656" y="1147"/>
                </a:lnTo>
                <a:lnTo>
                  <a:pt x="656" y="1147"/>
                </a:lnTo>
                <a:lnTo>
                  <a:pt x="693" y="1114"/>
                </a:lnTo>
                <a:lnTo>
                  <a:pt x="729" y="1079"/>
                </a:lnTo>
                <a:lnTo>
                  <a:pt x="764" y="1043"/>
                </a:lnTo>
                <a:lnTo>
                  <a:pt x="796" y="1006"/>
                </a:lnTo>
                <a:lnTo>
                  <a:pt x="827" y="967"/>
                </a:lnTo>
                <a:lnTo>
                  <a:pt x="857" y="926"/>
                </a:lnTo>
                <a:lnTo>
                  <a:pt x="884" y="884"/>
                </a:lnTo>
                <a:lnTo>
                  <a:pt x="910" y="841"/>
                </a:lnTo>
                <a:lnTo>
                  <a:pt x="774" y="841"/>
                </a:lnTo>
                <a:close/>
                <a:moveTo>
                  <a:pt x="436" y="841"/>
                </a:moveTo>
                <a:lnTo>
                  <a:pt x="436" y="841"/>
                </a:lnTo>
                <a:lnTo>
                  <a:pt x="446" y="880"/>
                </a:lnTo>
                <a:lnTo>
                  <a:pt x="457" y="920"/>
                </a:lnTo>
                <a:lnTo>
                  <a:pt x="470" y="959"/>
                </a:lnTo>
                <a:lnTo>
                  <a:pt x="484" y="998"/>
                </a:lnTo>
                <a:lnTo>
                  <a:pt x="500" y="1037"/>
                </a:lnTo>
                <a:lnTo>
                  <a:pt x="517" y="1075"/>
                </a:lnTo>
                <a:lnTo>
                  <a:pt x="535" y="1112"/>
                </a:lnTo>
                <a:lnTo>
                  <a:pt x="554" y="1147"/>
                </a:lnTo>
                <a:lnTo>
                  <a:pt x="554" y="1147"/>
                </a:lnTo>
                <a:lnTo>
                  <a:pt x="536" y="1132"/>
                </a:lnTo>
                <a:lnTo>
                  <a:pt x="518" y="1117"/>
                </a:lnTo>
                <a:lnTo>
                  <a:pt x="500" y="1100"/>
                </a:lnTo>
                <a:lnTo>
                  <a:pt x="482" y="1083"/>
                </a:lnTo>
                <a:lnTo>
                  <a:pt x="464" y="1064"/>
                </a:lnTo>
                <a:lnTo>
                  <a:pt x="447" y="1045"/>
                </a:lnTo>
                <a:lnTo>
                  <a:pt x="413" y="1006"/>
                </a:lnTo>
                <a:lnTo>
                  <a:pt x="381" y="965"/>
                </a:lnTo>
                <a:lnTo>
                  <a:pt x="351" y="924"/>
                </a:lnTo>
                <a:lnTo>
                  <a:pt x="337" y="902"/>
                </a:lnTo>
                <a:lnTo>
                  <a:pt x="324" y="882"/>
                </a:lnTo>
                <a:lnTo>
                  <a:pt x="312" y="861"/>
                </a:lnTo>
                <a:lnTo>
                  <a:pt x="300" y="841"/>
                </a:lnTo>
                <a:lnTo>
                  <a:pt x="436" y="841"/>
                </a:lnTo>
                <a:close/>
              </a:path>
            </a:pathLst>
          </a:custGeom>
          <a:solidFill>
            <a:schemeClr val="bg1">
              <a:lumMod val="95000"/>
              <a:alpha val="44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sp>
        <p:nvSpPr>
          <p:cNvPr id="37" name="Freeform 33"/>
          <p:cNvSpPr>
            <a:spLocks noEditPoints="1"/>
          </p:cNvSpPr>
          <p:nvPr userDrawn="1"/>
        </p:nvSpPr>
        <p:spPr bwMode="auto">
          <a:xfrm>
            <a:off x="10352655" y="5872827"/>
            <a:ext cx="1303812" cy="975431"/>
          </a:xfrm>
          <a:custGeom>
            <a:avLst/>
            <a:gdLst>
              <a:gd name="T0" fmla="*/ 415 w 1209"/>
              <a:gd name="T1" fmla="*/ 1063 h 1206"/>
              <a:gd name="T2" fmla="*/ 260 w 1209"/>
              <a:gd name="T3" fmla="*/ 841 h 1206"/>
              <a:gd name="T4" fmla="*/ 122 w 1209"/>
              <a:gd name="T5" fmla="*/ 968 h 1206"/>
              <a:gd name="T6" fmla="*/ 256 w 1209"/>
              <a:gd name="T7" fmla="*/ 1098 h 1206"/>
              <a:gd name="T8" fmla="*/ 424 w 1209"/>
              <a:gd name="T9" fmla="*/ 1181 h 1206"/>
              <a:gd name="T10" fmla="*/ 242 w 1209"/>
              <a:gd name="T11" fmla="*/ 804 h 1206"/>
              <a:gd name="T12" fmla="*/ 0 w 1209"/>
              <a:gd name="T13" fmla="*/ 625 h 1206"/>
              <a:gd name="T14" fmla="*/ 27 w 1209"/>
              <a:gd name="T15" fmla="*/ 787 h 1206"/>
              <a:gd name="T16" fmla="*/ 207 w 1209"/>
              <a:gd name="T17" fmla="*/ 464 h 1206"/>
              <a:gd name="T18" fmla="*/ 9 w 1209"/>
              <a:gd name="T19" fmla="*/ 489 h 1206"/>
              <a:gd name="T20" fmla="*/ 449 w 1209"/>
              <a:gd name="T21" fmla="*/ 433 h 1206"/>
              <a:gd name="T22" fmla="*/ 440 w 1209"/>
              <a:gd name="T23" fmla="*/ 640 h 1206"/>
              <a:gd name="T24" fmla="*/ 587 w 1209"/>
              <a:gd name="T25" fmla="*/ 804 h 1206"/>
              <a:gd name="T26" fmla="*/ 536 w 1209"/>
              <a:gd name="T27" fmla="*/ 1030 h 1206"/>
              <a:gd name="T28" fmla="*/ 61 w 1209"/>
              <a:gd name="T29" fmla="*/ 338 h 1206"/>
              <a:gd name="T30" fmla="*/ 166 w 1209"/>
              <a:gd name="T31" fmla="*/ 186 h 1206"/>
              <a:gd name="T32" fmla="*/ 312 w 1209"/>
              <a:gd name="T33" fmla="*/ 74 h 1206"/>
              <a:gd name="T34" fmla="*/ 485 w 1209"/>
              <a:gd name="T35" fmla="*/ 11 h 1206"/>
              <a:gd name="T36" fmla="*/ 449 w 1209"/>
              <a:gd name="T37" fmla="*/ 94 h 1206"/>
              <a:gd name="T38" fmla="*/ 273 w 1209"/>
              <a:gd name="T39" fmla="*/ 303 h 1206"/>
              <a:gd name="T40" fmla="*/ 545 w 1209"/>
              <a:gd name="T41" fmla="*/ 129 h 1206"/>
              <a:gd name="T42" fmla="*/ 427 w 1209"/>
              <a:gd name="T43" fmla="*/ 357 h 1206"/>
              <a:gd name="T44" fmla="*/ 521 w 1209"/>
              <a:gd name="T45" fmla="*/ 94 h 1206"/>
              <a:gd name="T46" fmla="*/ 432 w 1209"/>
              <a:gd name="T47" fmla="*/ 159 h 1206"/>
              <a:gd name="T48" fmla="*/ 299 w 1209"/>
              <a:gd name="T49" fmla="*/ 336 h 1206"/>
              <a:gd name="T50" fmla="*/ 404 w 1209"/>
              <a:gd name="T51" fmla="*/ 515 h 1206"/>
              <a:gd name="T52" fmla="*/ 236 w 1209"/>
              <a:gd name="T53" fmla="*/ 504 h 1206"/>
              <a:gd name="T54" fmla="*/ 403 w 1209"/>
              <a:gd name="T55" fmla="*/ 646 h 1206"/>
              <a:gd name="T56" fmla="*/ 271 w 1209"/>
              <a:gd name="T57" fmla="*/ 783 h 1206"/>
              <a:gd name="T58" fmla="*/ 643 w 1209"/>
              <a:gd name="T59" fmla="*/ 1206 h 1206"/>
              <a:gd name="T60" fmla="*/ 815 w 1209"/>
              <a:gd name="T61" fmla="*/ 1039 h 1206"/>
              <a:gd name="T62" fmla="*/ 1160 w 1209"/>
              <a:gd name="T63" fmla="*/ 841 h 1206"/>
              <a:gd name="T64" fmla="*/ 1073 w 1209"/>
              <a:gd name="T65" fmla="*/ 984 h 1206"/>
              <a:gd name="T66" fmla="*/ 936 w 1209"/>
              <a:gd name="T67" fmla="*/ 1108 h 1206"/>
              <a:gd name="T68" fmla="*/ 767 w 1209"/>
              <a:gd name="T69" fmla="*/ 1185 h 1206"/>
              <a:gd name="T70" fmla="*/ 968 w 1209"/>
              <a:gd name="T71" fmla="*/ 804 h 1206"/>
              <a:gd name="T72" fmla="*/ 1208 w 1209"/>
              <a:gd name="T73" fmla="*/ 648 h 1206"/>
              <a:gd name="T74" fmla="*/ 1018 w 1209"/>
              <a:gd name="T75" fmla="*/ 587 h 1206"/>
              <a:gd name="T76" fmla="*/ 981 w 1209"/>
              <a:gd name="T77" fmla="*/ 394 h 1206"/>
              <a:gd name="T78" fmla="*/ 1209 w 1209"/>
              <a:gd name="T79" fmla="*/ 587 h 1206"/>
              <a:gd name="T80" fmla="*/ 865 w 1209"/>
              <a:gd name="T81" fmla="*/ 203 h 1206"/>
              <a:gd name="T82" fmla="*/ 645 w 1209"/>
              <a:gd name="T83" fmla="*/ 0 h 1206"/>
              <a:gd name="T84" fmla="*/ 823 w 1209"/>
              <a:gd name="T85" fmla="*/ 42 h 1206"/>
              <a:gd name="T86" fmla="*/ 982 w 1209"/>
              <a:gd name="T87" fmla="*/ 133 h 1206"/>
              <a:gd name="T88" fmla="*/ 1107 w 1209"/>
              <a:gd name="T89" fmla="*/ 267 h 1206"/>
              <a:gd name="T90" fmla="*/ 647 w 1209"/>
              <a:gd name="T91" fmla="*/ 96 h 1206"/>
              <a:gd name="T92" fmla="*/ 624 w 1209"/>
              <a:gd name="T93" fmla="*/ 58 h 1206"/>
              <a:gd name="T94" fmla="*/ 769 w 1209"/>
              <a:gd name="T95" fmla="*/ 566 h 1206"/>
              <a:gd name="T96" fmla="*/ 765 w 1209"/>
              <a:gd name="T97" fmla="*/ 693 h 1206"/>
              <a:gd name="T98" fmla="*/ 712 w 1209"/>
              <a:gd name="T99" fmla="*/ 918 h 1206"/>
              <a:gd name="T100" fmla="*/ 784 w 1209"/>
              <a:gd name="T101" fmla="*/ 357 h 1206"/>
              <a:gd name="T102" fmla="*/ 700 w 1209"/>
              <a:gd name="T103" fmla="*/ 114 h 1206"/>
              <a:gd name="T104" fmla="*/ 762 w 1209"/>
              <a:gd name="T105" fmla="*/ 144 h 1206"/>
              <a:gd name="T106" fmla="*/ 897 w 1209"/>
              <a:gd name="T107" fmla="*/ 313 h 1206"/>
              <a:gd name="T108" fmla="*/ 807 w 1209"/>
              <a:gd name="T109" fmla="*/ 587 h 1206"/>
              <a:gd name="T110" fmla="*/ 940 w 1209"/>
              <a:gd name="T111" fmla="*/ 394 h 1206"/>
              <a:gd name="T112" fmla="*/ 784 w 1209"/>
              <a:gd name="T113" fmla="*/ 804 h 1206"/>
              <a:gd name="T114" fmla="*/ 980 w 1209"/>
              <a:gd name="T115" fmla="*/ 625 h 1206"/>
              <a:gd name="T116" fmla="*/ 691 w 1209"/>
              <a:gd name="T117" fmla="*/ 1073 h 1206"/>
              <a:gd name="T118" fmla="*/ 857 w 1209"/>
              <a:gd name="T119" fmla="*/ 926 h 1206"/>
              <a:gd name="T120" fmla="*/ 484 w 1209"/>
              <a:gd name="T121" fmla="*/ 998 h 1206"/>
              <a:gd name="T122" fmla="*/ 482 w 1209"/>
              <a:gd name="T123" fmla="*/ 1083 h 1206"/>
              <a:gd name="T124" fmla="*/ 300 w 1209"/>
              <a:gd name="T125" fmla="*/ 841 h 1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209" h="1206">
                <a:moveTo>
                  <a:pt x="567" y="1206"/>
                </a:moveTo>
                <a:lnTo>
                  <a:pt x="567" y="1206"/>
                </a:lnTo>
                <a:lnTo>
                  <a:pt x="546" y="1189"/>
                </a:lnTo>
                <a:lnTo>
                  <a:pt x="524" y="1171"/>
                </a:lnTo>
                <a:lnTo>
                  <a:pt x="502" y="1151"/>
                </a:lnTo>
                <a:lnTo>
                  <a:pt x="480" y="1130"/>
                </a:lnTo>
                <a:lnTo>
                  <a:pt x="458" y="1109"/>
                </a:lnTo>
                <a:lnTo>
                  <a:pt x="436" y="1086"/>
                </a:lnTo>
                <a:lnTo>
                  <a:pt x="415" y="1063"/>
                </a:lnTo>
                <a:lnTo>
                  <a:pt x="395" y="1040"/>
                </a:lnTo>
                <a:lnTo>
                  <a:pt x="375" y="1016"/>
                </a:lnTo>
                <a:lnTo>
                  <a:pt x="356" y="991"/>
                </a:lnTo>
                <a:lnTo>
                  <a:pt x="337" y="966"/>
                </a:lnTo>
                <a:lnTo>
                  <a:pt x="320" y="941"/>
                </a:lnTo>
                <a:lnTo>
                  <a:pt x="303" y="916"/>
                </a:lnTo>
                <a:lnTo>
                  <a:pt x="287" y="890"/>
                </a:lnTo>
                <a:lnTo>
                  <a:pt x="273" y="866"/>
                </a:lnTo>
                <a:lnTo>
                  <a:pt x="260" y="841"/>
                </a:lnTo>
                <a:lnTo>
                  <a:pt x="49" y="841"/>
                </a:lnTo>
                <a:lnTo>
                  <a:pt x="49" y="841"/>
                </a:lnTo>
                <a:lnTo>
                  <a:pt x="57" y="860"/>
                </a:lnTo>
                <a:lnTo>
                  <a:pt x="66" y="879"/>
                </a:lnTo>
                <a:lnTo>
                  <a:pt x="76" y="897"/>
                </a:lnTo>
                <a:lnTo>
                  <a:pt x="87" y="916"/>
                </a:lnTo>
                <a:lnTo>
                  <a:pt x="98" y="934"/>
                </a:lnTo>
                <a:lnTo>
                  <a:pt x="110" y="951"/>
                </a:lnTo>
                <a:lnTo>
                  <a:pt x="122" y="968"/>
                </a:lnTo>
                <a:lnTo>
                  <a:pt x="135" y="984"/>
                </a:lnTo>
                <a:lnTo>
                  <a:pt x="148" y="1000"/>
                </a:lnTo>
                <a:lnTo>
                  <a:pt x="162" y="1016"/>
                </a:lnTo>
                <a:lnTo>
                  <a:pt x="177" y="1031"/>
                </a:lnTo>
                <a:lnTo>
                  <a:pt x="192" y="1045"/>
                </a:lnTo>
                <a:lnTo>
                  <a:pt x="207" y="1059"/>
                </a:lnTo>
                <a:lnTo>
                  <a:pt x="223" y="1073"/>
                </a:lnTo>
                <a:lnTo>
                  <a:pt x="239" y="1086"/>
                </a:lnTo>
                <a:lnTo>
                  <a:pt x="256" y="1098"/>
                </a:lnTo>
                <a:lnTo>
                  <a:pt x="273" y="1110"/>
                </a:lnTo>
                <a:lnTo>
                  <a:pt x="291" y="1121"/>
                </a:lnTo>
                <a:lnTo>
                  <a:pt x="310" y="1131"/>
                </a:lnTo>
                <a:lnTo>
                  <a:pt x="328" y="1141"/>
                </a:lnTo>
                <a:lnTo>
                  <a:pt x="346" y="1151"/>
                </a:lnTo>
                <a:lnTo>
                  <a:pt x="365" y="1159"/>
                </a:lnTo>
                <a:lnTo>
                  <a:pt x="385" y="1167"/>
                </a:lnTo>
                <a:lnTo>
                  <a:pt x="404" y="1175"/>
                </a:lnTo>
                <a:lnTo>
                  <a:pt x="424" y="1181"/>
                </a:lnTo>
                <a:lnTo>
                  <a:pt x="444" y="1187"/>
                </a:lnTo>
                <a:lnTo>
                  <a:pt x="464" y="1192"/>
                </a:lnTo>
                <a:lnTo>
                  <a:pt x="484" y="1197"/>
                </a:lnTo>
                <a:lnTo>
                  <a:pt x="505" y="1200"/>
                </a:lnTo>
                <a:lnTo>
                  <a:pt x="526" y="1203"/>
                </a:lnTo>
                <a:lnTo>
                  <a:pt x="546" y="1205"/>
                </a:lnTo>
                <a:lnTo>
                  <a:pt x="567" y="1206"/>
                </a:lnTo>
                <a:close/>
                <a:moveTo>
                  <a:pt x="242" y="804"/>
                </a:moveTo>
                <a:lnTo>
                  <a:pt x="242" y="804"/>
                </a:lnTo>
                <a:lnTo>
                  <a:pt x="233" y="782"/>
                </a:lnTo>
                <a:lnTo>
                  <a:pt x="225" y="760"/>
                </a:lnTo>
                <a:lnTo>
                  <a:pt x="218" y="739"/>
                </a:lnTo>
                <a:lnTo>
                  <a:pt x="211" y="717"/>
                </a:lnTo>
                <a:lnTo>
                  <a:pt x="206" y="694"/>
                </a:lnTo>
                <a:lnTo>
                  <a:pt x="202" y="672"/>
                </a:lnTo>
                <a:lnTo>
                  <a:pt x="198" y="649"/>
                </a:lnTo>
                <a:lnTo>
                  <a:pt x="195" y="625"/>
                </a:lnTo>
                <a:lnTo>
                  <a:pt x="0" y="625"/>
                </a:lnTo>
                <a:lnTo>
                  <a:pt x="0" y="641"/>
                </a:lnTo>
                <a:lnTo>
                  <a:pt x="0" y="641"/>
                </a:lnTo>
                <a:lnTo>
                  <a:pt x="1" y="660"/>
                </a:lnTo>
                <a:lnTo>
                  <a:pt x="3" y="680"/>
                </a:lnTo>
                <a:lnTo>
                  <a:pt x="6" y="702"/>
                </a:lnTo>
                <a:lnTo>
                  <a:pt x="10" y="724"/>
                </a:lnTo>
                <a:lnTo>
                  <a:pt x="15" y="746"/>
                </a:lnTo>
                <a:lnTo>
                  <a:pt x="21" y="767"/>
                </a:lnTo>
                <a:lnTo>
                  <a:pt x="27" y="787"/>
                </a:lnTo>
                <a:lnTo>
                  <a:pt x="34" y="804"/>
                </a:lnTo>
                <a:lnTo>
                  <a:pt x="242" y="804"/>
                </a:lnTo>
                <a:close/>
                <a:moveTo>
                  <a:pt x="193" y="587"/>
                </a:moveTo>
                <a:lnTo>
                  <a:pt x="193" y="587"/>
                </a:lnTo>
                <a:lnTo>
                  <a:pt x="193" y="564"/>
                </a:lnTo>
                <a:lnTo>
                  <a:pt x="195" y="540"/>
                </a:lnTo>
                <a:lnTo>
                  <a:pt x="197" y="514"/>
                </a:lnTo>
                <a:lnTo>
                  <a:pt x="201" y="489"/>
                </a:lnTo>
                <a:lnTo>
                  <a:pt x="207" y="464"/>
                </a:lnTo>
                <a:lnTo>
                  <a:pt x="213" y="439"/>
                </a:lnTo>
                <a:lnTo>
                  <a:pt x="221" y="416"/>
                </a:lnTo>
                <a:lnTo>
                  <a:pt x="229" y="394"/>
                </a:lnTo>
                <a:lnTo>
                  <a:pt x="36" y="394"/>
                </a:lnTo>
                <a:lnTo>
                  <a:pt x="36" y="394"/>
                </a:lnTo>
                <a:lnTo>
                  <a:pt x="29" y="417"/>
                </a:lnTo>
                <a:lnTo>
                  <a:pt x="22" y="441"/>
                </a:lnTo>
                <a:lnTo>
                  <a:pt x="15" y="465"/>
                </a:lnTo>
                <a:lnTo>
                  <a:pt x="9" y="489"/>
                </a:lnTo>
                <a:lnTo>
                  <a:pt x="5" y="514"/>
                </a:lnTo>
                <a:lnTo>
                  <a:pt x="2" y="539"/>
                </a:lnTo>
                <a:lnTo>
                  <a:pt x="0" y="563"/>
                </a:lnTo>
                <a:lnTo>
                  <a:pt x="0" y="587"/>
                </a:lnTo>
                <a:lnTo>
                  <a:pt x="193" y="587"/>
                </a:lnTo>
                <a:close/>
                <a:moveTo>
                  <a:pt x="456" y="394"/>
                </a:moveTo>
                <a:lnTo>
                  <a:pt x="456" y="394"/>
                </a:lnTo>
                <a:lnTo>
                  <a:pt x="452" y="413"/>
                </a:lnTo>
                <a:lnTo>
                  <a:pt x="449" y="433"/>
                </a:lnTo>
                <a:lnTo>
                  <a:pt x="444" y="473"/>
                </a:lnTo>
                <a:lnTo>
                  <a:pt x="441" y="514"/>
                </a:lnTo>
                <a:lnTo>
                  <a:pt x="440" y="553"/>
                </a:lnTo>
                <a:lnTo>
                  <a:pt x="440" y="587"/>
                </a:lnTo>
                <a:lnTo>
                  <a:pt x="587" y="587"/>
                </a:lnTo>
                <a:lnTo>
                  <a:pt x="587" y="394"/>
                </a:lnTo>
                <a:lnTo>
                  <a:pt x="456" y="394"/>
                </a:lnTo>
                <a:close/>
                <a:moveTo>
                  <a:pt x="440" y="625"/>
                </a:moveTo>
                <a:lnTo>
                  <a:pt x="440" y="640"/>
                </a:lnTo>
                <a:lnTo>
                  <a:pt x="440" y="640"/>
                </a:lnTo>
                <a:lnTo>
                  <a:pt x="441" y="658"/>
                </a:lnTo>
                <a:lnTo>
                  <a:pt x="442" y="678"/>
                </a:lnTo>
                <a:lnTo>
                  <a:pt x="445" y="700"/>
                </a:lnTo>
                <a:lnTo>
                  <a:pt x="448" y="723"/>
                </a:lnTo>
                <a:lnTo>
                  <a:pt x="456" y="767"/>
                </a:lnTo>
                <a:lnTo>
                  <a:pt x="461" y="787"/>
                </a:lnTo>
                <a:lnTo>
                  <a:pt x="466" y="804"/>
                </a:lnTo>
                <a:lnTo>
                  <a:pt x="587" y="804"/>
                </a:lnTo>
                <a:lnTo>
                  <a:pt x="587" y="625"/>
                </a:lnTo>
                <a:lnTo>
                  <a:pt x="440" y="625"/>
                </a:lnTo>
                <a:close/>
                <a:moveTo>
                  <a:pt x="475" y="841"/>
                </a:moveTo>
                <a:lnTo>
                  <a:pt x="475" y="841"/>
                </a:lnTo>
                <a:lnTo>
                  <a:pt x="485" y="879"/>
                </a:lnTo>
                <a:lnTo>
                  <a:pt x="496" y="918"/>
                </a:lnTo>
                <a:lnTo>
                  <a:pt x="508" y="955"/>
                </a:lnTo>
                <a:lnTo>
                  <a:pt x="522" y="993"/>
                </a:lnTo>
                <a:lnTo>
                  <a:pt x="536" y="1030"/>
                </a:lnTo>
                <a:lnTo>
                  <a:pt x="551" y="1066"/>
                </a:lnTo>
                <a:lnTo>
                  <a:pt x="568" y="1102"/>
                </a:lnTo>
                <a:lnTo>
                  <a:pt x="587" y="1136"/>
                </a:lnTo>
                <a:lnTo>
                  <a:pt x="587" y="841"/>
                </a:lnTo>
                <a:lnTo>
                  <a:pt x="475" y="841"/>
                </a:lnTo>
                <a:close/>
                <a:moveTo>
                  <a:pt x="245" y="357"/>
                </a:moveTo>
                <a:lnTo>
                  <a:pt x="52" y="357"/>
                </a:lnTo>
                <a:lnTo>
                  <a:pt x="52" y="357"/>
                </a:lnTo>
                <a:lnTo>
                  <a:pt x="61" y="338"/>
                </a:lnTo>
                <a:lnTo>
                  <a:pt x="70" y="319"/>
                </a:lnTo>
                <a:lnTo>
                  <a:pt x="80" y="300"/>
                </a:lnTo>
                <a:lnTo>
                  <a:pt x="91" y="283"/>
                </a:lnTo>
                <a:lnTo>
                  <a:pt x="102" y="265"/>
                </a:lnTo>
                <a:lnTo>
                  <a:pt x="114" y="249"/>
                </a:lnTo>
                <a:lnTo>
                  <a:pt x="126" y="232"/>
                </a:lnTo>
                <a:lnTo>
                  <a:pt x="139" y="216"/>
                </a:lnTo>
                <a:lnTo>
                  <a:pt x="152" y="201"/>
                </a:lnTo>
                <a:lnTo>
                  <a:pt x="166" y="186"/>
                </a:lnTo>
                <a:lnTo>
                  <a:pt x="181" y="171"/>
                </a:lnTo>
                <a:lnTo>
                  <a:pt x="196" y="157"/>
                </a:lnTo>
                <a:lnTo>
                  <a:pt x="211" y="144"/>
                </a:lnTo>
                <a:lnTo>
                  <a:pt x="227" y="131"/>
                </a:lnTo>
                <a:lnTo>
                  <a:pt x="243" y="118"/>
                </a:lnTo>
                <a:lnTo>
                  <a:pt x="259" y="107"/>
                </a:lnTo>
                <a:lnTo>
                  <a:pt x="276" y="95"/>
                </a:lnTo>
                <a:lnTo>
                  <a:pt x="294" y="84"/>
                </a:lnTo>
                <a:lnTo>
                  <a:pt x="312" y="74"/>
                </a:lnTo>
                <a:lnTo>
                  <a:pt x="330" y="65"/>
                </a:lnTo>
                <a:lnTo>
                  <a:pt x="349" y="56"/>
                </a:lnTo>
                <a:lnTo>
                  <a:pt x="367" y="47"/>
                </a:lnTo>
                <a:lnTo>
                  <a:pt x="386" y="39"/>
                </a:lnTo>
                <a:lnTo>
                  <a:pt x="406" y="32"/>
                </a:lnTo>
                <a:lnTo>
                  <a:pt x="425" y="26"/>
                </a:lnTo>
                <a:lnTo>
                  <a:pt x="445" y="20"/>
                </a:lnTo>
                <a:lnTo>
                  <a:pt x="465" y="15"/>
                </a:lnTo>
                <a:lnTo>
                  <a:pt x="485" y="11"/>
                </a:lnTo>
                <a:lnTo>
                  <a:pt x="505" y="7"/>
                </a:lnTo>
                <a:lnTo>
                  <a:pt x="525" y="4"/>
                </a:lnTo>
                <a:lnTo>
                  <a:pt x="546" y="1"/>
                </a:lnTo>
                <a:lnTo>
                  <a:pt x="567" y="0"/>
                </a:lnTo>
                <a:lnTo>
                  <a:pt x="567" y="0"/>
                </a:lnTo>
                <a:lnTo>
                  <a:pt x="519" y="36"/>
                </a:lnTo>
                <a:lnTo>
                  <a:pt x="495" y="55"/>
                </a:lnTo>
                <a:lnTo>
                  <a:pt x="472" y="74"/>
                </a:lnTo>
                <a:lnTo>
                  <a:pt x="449" y="94"/>
                </a:lnTo>
                <a:lnTo>
                  <a:pt x="427" y="115"/>
                </a:lnTo>
                <a:lnTo>
                  <a:pt x="405" y="136"/>
                </a:lnTo>
                <a:lnTo>
                  <a:pt x="384" y="158"/>
                </a:lnTo>
                <a:lnTo>
                  <a:pt x="363" y="180"/>
                </a:lnTo>
                <a:lnTo>
                  <a:pt x="343" y="203"/>
                </a:lnTo>
                <a:lnTo>
                  <a:pt x="325" y="227"/>
                </a:lnTo>
                <a:lnTo>
                  <a:pt x="307" y="251"/>
                </a:lnTo>
                <a:lnTo>
                  <a:pt x="289" y="276"/>
                </a:lnTo>
                <a:lnTo>
                  <a:pt x="273" y="303"/>
                </a:lnTo>
                <a:lnTo>
                  <a:pt x="259" y="329"/>
                </a:lnTo>
                <a:lnTo>
                  <a:pt x="245" y="357"/>
                </a:lnTo>
                <a:lnTo>
                  <a:pt x="245" y="357"/>
                </a:lnTo>
                <a:close/>
                <a:moveTo>
                  <a:pt x="464" y="357"/>
                </a:moveTo>
                <a:lnTo>
                  <a:pt x="587" y="357"/>
                </a:lnTo>
                <a:lnTo>
                  <a:pt x="587" y="60"/>
                </a:lnTo>
                <a:lnTo>
                  <a:pt x="587" y="60"/>
                </a:lnTo>
                <a:lnTo>
                  <a:pt x="565" y="94"/>
                </a:lnTo>
                <a:lnTo>
                  <a:pt x="545" y="129"/>
                </a:lnTo>
                <a:lnTo>
                  <a:pt x="527" y="165"/>
                </a:lnTo>
                <a:lnTo>
                  <a:pt x="510" y="201"/>
                </a:lnTo>
                <a:lnTo>
                  <a:pt x="496" y="239"/>
                </a:lnTo>
                <a:lnTo>
                  <a:pt x="484" y="277"/>
                </a:lnTo>
                <a:lnTo>
                  <a:pt x="473" y="317"/>
                </a:lnTo>
                <a:lnTo>
                  <a:pt x="464" y="357"/>
                </a:lnTo>
                <a:lnTo>
                  <a:pt x="464" y="357"/>
                </a:lnTo>
                <a:close/>
                <a:moveTo>
                  <a:pt x="427" y="357"/>
                </a:moveTo>
                <a:lnTo>
                  <a:pt x="427" y="357"/>
                </a:lnTo>
                <a:lnTo>
                  <a:pt x="434" y="322"/>
                </a:lnTo>
                <a:lnTo>
                  <a:pt x="443" y="283"/>
                </a:lnTo>
                <a:lnTo>
                  <a:pt x="455" y="244"/>
                </a:lnTo>
                <a:lnTo>
                  <a:pt x="469" y="204"/>
                </a:lnTo>
                <a:lnTo>
                  <a:pt x="485" y="165"/>
                </a:lnTo>
                <a:lnTo>
                  <a:pt x="493" y="146"/>
                </a:lnTo>
                <a:lnTo>
                  <a:pt x="502" y="127"/>
                </a:lnTo>
                <a:lnTo>
                  <a:pt x="511" y="110"/>
                </a:lnTo>
                <a:lnTo>
                  <a:pt x="521" y="94"/>
                </a:lnTo>
                <a:lnTo>
                  <a:pt x="531" y="78"/>
                </a:lnTo>
                <a:lnTo>
                  <a:pt x="541" y="65"/>
                </a:lnTo>
                <a:lnTo>
                  <a:pt x="541" y="65"/>
                </a:lnTo>
                <a:lnTo>
                  <a:pt x="522" y="78"/>
                </a:lnTo>
                <a:lnTo>
                  <a:pt x="504" y="93"/>
                </a:lnTo>
                <a:lnTo>
                  <a:pt x="485" y="108"/>
                </a:lnTo>
                <a:lnTo>
                  <a:pt x="467" y="125"/>
                </a:lnTo>
                <a:lnTo>
                  <a:pt x="449" y="141"/>
                </a:lnTo>
                <a:lnTo>
                  <a:pt x="432" y="159"/>
                </a:lnTo>
                <a:lnTo>
                  <a:pt x="415" y="177"/>
                </a:lnTo>
                <a:lnTo>
                  <a:pt x="398" y="196"/>
                </a:lnTo>
                <a:lnTo>
                  <a:pt x="382" y="215"/>
                </a:lnTo>
                <a:lnTo>
                  <a:pt x="366" y="234"/>
                </a:lnTo>
                <a:lnTo>
                  <a:pt x="352" y="254"/>
                </a:lnTo>
                <a:lnTo>
                  <a:pt x="337" y="274"/>
                </a:lnTo>
                <a:lnTo>
                  <a:pt x="324" y="294"/>
                </a:lnTo>
                <a:lnTo>
                  <a:pt x="311" y="315"/>
                </a:lnTo>
                <a:lnTo>
                  <a:pt x="299" y="336"/>
                </a:lnTo>
                <a:lnTo>
                  <a:pt x="288" y="357"/>
                </a:lnTo>
                <a:lnTo>
                  <a:pt x="427" y="357"/>
                </a:lnTo>
                <a:close/>
                <a:moveTo>
                  <a:pt x="420" y="394"/>
                </a:moveTo>
                <a:lnTo>
                  <a:pt x="420" y="394"/>
                </a:lnTo>
                <a:lnTo>
                  <a:pt x="415" y="417"/>
                </a:lnTo>
                <a:lnTo>
                  <a:pt x="412" y="441"/>
                </a:lnTo>
                <a:lnTo>
                  <a:pt x="408" y="466"/>
                </a:lnTo>
                <a:lnTo>
                  <a:pt x="406" y="490"/>
                </a:lnTo>
                <a:lnTo>
                  <a:pt x="404" y="515"/>
                </a:lnTo>
                <a:lnTo>
                  <a:pt x="403" y="540"/>
                </a:lnTo>
                <a:lnTo>
                  <a:pt x="403" y="564"/>
                </a:lnTo>
                <a:lnTo>
                  <a:pt x="403" y="587"/>
                </a:lnTo>
                <a:lnTo>
                  <a:pt x="229" y="587"/>
                </a:lnTo>
                <a:lnTo>
                  <a:pt x="229" y="571"/>
                </a:lnTo>
                <a:lnTo>
                  <a:pt x="229" y="571"/>
                </a:lnTo>
                <a:lnTo>
                  <a:pt x="229" y="549"/>
                </a:lnTo>
                <a:lnTo>
                  <a:pt x="232" y="527"/>
                </a:lnTo>
                <a:lnTo>
                  <a:pt x="236" y="504"/>
                </a:lnTo>
                <a:lnTo>
                  <a:pt x="242" y="481"/>
                </a:lnTo>
                <a:lnTo>
                  <a:pt x="248" y="458"/>
                </a:lnTo>
                <a:lnTo>
                  <a:pt x="255" y="436"/>
                </a:lnTo>
                <a:lnTo>
                  <a:pt x="262" y="415"/>
                </a:lnTo>
                <a:lnTo>
                  <a:pt x="270" y="394"/>
                </a:lnTo>
                <a:lnTo>
                  <a:pt x="420" y="394"/>
                </a:lnTo>
                <a:close/>
                <a:moveTo>
                  <a:pt x="403" y="625"/>
                </a:moveTo>
                <a:lnTo>
                  <a:pt x="403" y="625"/>
                </a:lnTo>
                <a:lnTo>
                  <a:pt x="403" y="646"/>
                </a:lnTo>
                <a:lnTo>
                  <a:pt x="404" y="669"/>
                </a:lnTo>
                <a:lnTo>
                  <a:pt x="406" y="692"/>
                </a:lnTo>
                <a:lnTo>
                  <a:pt x="409" y="715"/>
                </a:lnTo>
                <a:lnTo>
                  <a:pt x="413" y="738"/>
                </a:lnTo>
                <a:lnTo>
                  <a:pt x="418" y="761"/>
                </a:lnTo>
                <a:lnTo>
                  <a:pt x="427" y="804"/>
                </a:lnTo>
                <a:lnTo>
                  <a:pt x="281" y="804"/>
                </a:lnTo>
                <a:lnTo>
                  <a:pt x="281" y="804"/>
                </a:lnTo>
                <a:lnTo>
                  <a:pt x="271" y="783"/>
                </a:lnTo>
                <a:lnTo>
                  <a:pt x="262" y="762"/>
                </a:lnTo>
                <a:lnTo>
                  <a:pt x="254" y="740"/>
                </a:lnTo>
                <a:lnTo>
                  <a:pt x="247" y="717"/>
                </a:lnTo>
                <a:lnTo>
                  <a:pt x="241" y="694"/>
                </a:lnTo>
                <a:lnTo>
                  <a:pt x="236" y="671"/>
                </a:lnTo>
                <a:lnTo>
                  <a:pt x="233" y="648"/>
                </a:lnTo>
                <a:lnTo>
                  <a:pt x="230" y="625"/>
                </a:lnTo>
                <a:lnTo>
                  <a:pt x="403" y="625"/>
                </a:lnTo>
                <a:close/>
                <a:moveTo>
                  <a:pt x="643" y="1206"/>
                </a:moveTo>
                <a:lnTo>
                  <a:pt x="643" y="1206"/>
                </a:lnTo>
                <a:lnTo>
                  <a:pt x="666" y="1188"/>
                </a:lnTo>
                <a:lnTo>
                  <a:pt x="688" y="1168"/>
                </a:lnTo>
                <a:lnTo>
                  <a:pt x="710" y="1148"/>
                </a:lnTo>
                <a:lnTo>
                  <a:pt x="732" y="1128"/>
                </a:lnTo>
                <a:lnTo>
                  <a:pt x="753" y="1106"/>
                </a:lnTo>
                <a:lnTo>
                  <a:pt x="774" y="1085"/>
                </a:lnTo>
                <a:lnTo>
                  <a:pt x="795" y="1062"/>
                </a:lnTo>
                <a:lnTo>
                  <a:pt x="815" y="1039"/>
                </a:lnTo>
                <a:lnTo>
                  <a:pt x="835" y="1016"/>
                </a:lnTo>
                <a:lnTo>
                  <a:pt x="854" y="992"/>
                </a:lnTo>
                <a:lnTo>
                  <a:pt x="872" y="968"/>
                </a:lnTo>
                <a:lnTo>
                  <a:pt x="889" y="943"/>
                </a:lnTo>
                <a:lnTo>
                  <a:pt x="906" y="919"/>
                </a:lnTo>
                <a:lnTo>
                  <a:pt x="923" y="892"/>
                </a:lnTo>
                <a:lnTo>
                  <a:pt x="937" y="867"/>
                </a:lnTo>
                <a:lnTo>
                  <a:pt x="951" y="841"/>
                </a:lnTo>
                <a:lnTo>
                  <a:pt x="1160" y="841"/>
                </a:lnTo>
                <a:lnTo>
                  <a:pt x="1160" y="841"/>
                </a:lnTo>
                <a:lnTo>
                  <a:pt x="1151" y="860"/>
                </a:lnTo>
                <a:lnTo>
                  <a:pt x="1142" y="879"/>
                </a:lnTo>
                <a:lnTo>
                  <a:pt x="1132" y="898"/>
                </a:lnTo>
                <a:lnTo>
                  <a:pt x="1121" y="917"/>
                </a:lnTo>
                <a:lnTo>
                  <a:pt x="1110" y="934"/>
                </a:lnTo>
                <a:lnTo>
                  <a:pt x="1098" y="951"/>
                </a:lnTo>
                <a:lnTo>
                  <a:pt x="1086" y="968"/>
                </a:lnTo>
                <a:lnTo>
                  <a:pt x="1073" y="984"/>
                </a:lnTo>
                <a:lnTo>
                  <a:pt x="1060" y="1000"/>
                </a:lnTo>
                <a:lnTo>
                  <a:pt x="1046" y="1015"/>
                </a:lnTo>
                <a:lnTo>
                  <a:pt x="1032" y="1030"/>
                </a:lnTo>
                <a:lnTo>
                  <a:pt x="1017" y="1044"/>
                </a:lnTo>
                <a:lnTo>
                  <a:pt x="1001" y="1058"/>
                </a:lnTo>
                <a:lnTo>
                  <a:pt x="986" y="1072"/>
                </a:lnTo>
                <a:lnTo>
                  <a:pt x="970" y="1084"/>
                </a:lnTo>
                <a:lnTo>
                  <a:pt x="953" y="1096"/>
                </a:lnTo>
                <a:lnTo>
                  <a:pt x="936" y="1108"/>
                </a:lnTo>
                <a:lnTo>
                  <a:pt x="919" y="1119"/>
                </a:lnTo>
                <a:lnTo>
                  <a:pt x="900" y="1130"/>
                </a:lnTo>
                <a:lnTo>
                  <a:pt x="882" y="1139"/>
                </a:lnTo>
                <a:lnTo>
                  <a:pt x="864" y="1149"/>
                </a:lnTo>
                <a:lnTo>
                  <a:pt x="845" y="1157"/>
                </a:lnTo>
                <a:lnTo>
                  <a:pt x="826" y="1165"/>
                </a:lnTo>
                <a:lnTo>
                  <a:pt x="806" y="1173"/>
                </a:lnTo>
                <a:lnTo>
                  <a:pt x="787" y="1179"/>
                </a:lnTo>
                <a:lnTo>
                  <a:pt x="767" y="1185"/>
                </a:lnTo>
                <a:lnTo>
                  <a:pt x="747" y="1191"/>
                </a:lnTo>
                <a:lnTo>
                  <a:pt x="727" y="1195"/>
                </a:lnTo>
                <a:lnTo>
                  <a:pt x="706" y="1199"/>
                </a:lnTo>
                <a:lnTo>
                  <a:pt x="685" y="1202"/>
                </a:lnTo>
                <a:lnTo>
                  <a:pt x="664" y="1205"/>
                </a:lnTo>
                <a:lnTo>
                  <a:pt x="643" y="1206"/>
                </a:lnTo>
                <a:lnTo>
                  <a:pt x="643" y="1206"/>
                </a:lnTo>
                <a:close/>
                <a:moveTo>
                  <a:pt x="968" y="804"/>
                </a:moveTo>
                <a:lnTo>
                  <a:pt x="968" y="804"/>
                </a:lnTo>
                <a:lnTo>
                  <a:pt x="985" y="757"/>
                </a:lnTo>
                <a:lnTo>
                  <a:pt x="991" y="736"/>
                </a:lnTo>
                <a:lnTo>
                  <a:pt x="997" y="716"/>
                </a:lnTo>
                <a:lnTo>
                  <a:pt x="1002" y="696"/>
                </a:lnTo>
                <a:lnTo>
                  <a:pt x="1006" y="674"/>
                </a:lnTo>
                <a:lnTo>
                  <a:pt x="1015" y="625"/>
                </a:lnTo>
                <a:lnTo>
                  <a:pt x="1209" y="625"/>
                </a:lnTo>
                <a:lnTo>
                  <a:pt x="1209" y="625"/>
                </a:lnTo>
                <a:lnTo>
                  <a:pt x="1208" y="648"/>
                </a:lnTo>
                <a:lnTo>
                  <a:pt x="1206" y="671"/>
                </a:lnTo>
                <a:lnTo>
                  <a:pt x="1203" y="693"/>
                </a:lnTo>
                <a:lnTo>
                  <a:pt x="1199" y="716"/>
                </a:lnTo>
                <a:lnTo>
                  <a:pt x="1194" y="738"/>
                </a:lnTo>
                <a:lnTo>
                  <a:pt x="1188" y="760"/>
                </a:lnTo>
                <a:lnTo>
                  <a:pt x="1182" y="782"/>
                </a:lnTo>
                <a:lnTo>
                  <a:pt x="1175" y="804"/>
                </a:lnTo>
                <a:lnTo>
                  <a:pt x="968" y="804"/>
                </a:lnTo>
                <a:close/>
                <a:moveTo>
                  <a:pt x="1018" y="587"/>
                </a:moveTo>
                <a:lnTo>
                  <a:pt x="1018" y="587"/>
                </a:lnTo>
                <a:lnTo>
                  <a:pt x="1016" y="562"/>
                </a:lnTo>
                <a:lnTo>
                  <a:pt x="1014" y="538"/>
                </a:lnTo>
                <a:lnTo>
                  <a:pt x="1011" y="513"/>
                </a:lnTo>
                <a:lnTo>
                  <a:pt x="1007" y="489"/>
                </a:lnTo>
                <a:lnTo>
                  <a:pt x="1002" y="466"/>
                </a:lnTo>
                <a:lnTo>
                  <a:pt x="997" y="442"/>
                </a:lnTo>
                <a:lnTo>
                  <a:pt x="990" y="418"/>
                </a:lnTo>
                <a:lnTo>
                  <a:pt x="981" y="394"/>
                </a:lnTo>
                <a:lnTo>
                  <a:pt x="1173" y="394"/>
                </a:lnTo>
                <a:lnTo>
                  <a:pt x="1173" y="394"/>
                </a:lnTo>
                <a:lnTo>
                  <a:pt x="1186" y="442"/>
                </a:lnTo>
                <a:lnTo>
                  <a:pt x="1192" y="466"/>
                </a:lnTo>
                <a:lnTo>
                  <a:pt x="1197" y="490"/>
                </a:lnTo>
                <a:lnTo>
                  <a:pt x="1201" y="513"/>
                </a:lnTo>
                <a:lnTo>
                  <a:pt x="1205" y="537"/>
                </a:lnTo>
                <a:lnTo>
                  <a:pt x="1208" y="562"/>
                </a:lnTo>
                <a:lnTo>
                  <a:pt x="1209" y="587"/>
                </a:lnTo>
                <a:lnTo>
                  <a:pt x="1018" y="587"/>
                </a:lnTo>
                <a:close/>
                <a:moveTo>
                  <a:pt x="965" y="357"/>
                </a:moveTo>
                <a:lnTo>
                  <a:pt x="965" y="357"/>
                </a:lnTo>
                <a:lnTo>
                  <a:pt x="951" y="329"/>
                </a:lnTo>
                <a:lnTo>
                  <a:pt x="936" y="302"/>
                </a:lnTo>
                <a:lnTo>
                  <a:pt x="920" y="276"/>
                </a:lnTo>
                <a:lnTo>
                  <a:pt x="902" y="251"/>
                </a:lnTo>
                <a:lnTo>
                  <a:pt x="884" y="227"/>
                </a:lnTo>
                <a:lnTo>
                  <a:pt x="865" y="203"/>
                </a:lnTo>
                <a:lnTo>
                  <a:pt x="846" y="181"/>
                </a:lnTo>
                <a:lnTo>
                  <a:pt x="826" y="159"/>
                </a:lnTo>
                <a:lnTo>
                  <a:pt x="805" y="137"/>
                </a:lnTo>
                <a:lnTo>
                  <a:pt x="784" y="116"/>
                </a:lnTo>
                <a:lnTo>
                  <a:pt x="762" y="96"/>
                </a:lnTo>
                <a:lnTo>
                  <a:pt x="739" y="76"/>
                </a:lnTo>
                <a:lnTo>
                  <a:pt x="693" y="37"/>
                </a:lnTo>
                <a:lnTo>
                  <a:pt x="645" y="0"/>
                </a:lnTo>
                <a:lnTo>
                  <a:pt x="645" y="0"/>
                </a:lnTo>
                <a:lnTo>
                  <a:pt x="665" y="2"/>
                </a:lnTo>
                <a:lnTo>
                  <a:pt x="685" y="4"/>
                </a:lnTo>
                <a:lnTo>
                  <a:pt x="706" y="8"/>
                </a:lnTo>
                <a:lnTo>
                  <a:pt x="726" y="12"/>
                </a:lnTo>
                <a:lnTo>
                  <a:pt x="745" y="16"/>
                </a:lnTo>
                <a:lnTo>
                  <a:pt x="765" y="22"/>
                </a:lnTo>
                <a:lnTo>
                  <a:pt x="785" y="28"/>
                </a:lnTo>
                <a:lnTo>
                  <a:pt x="804" y="34"/>
                </a:lnTo>
                <a:lnTo>
                  <a:pt x="823" y="42"/>
                </a:lnTo>
                <a:lnTo>
                  <a:pt x="842" y="50"/>
                </a:lnTo>
                <a:lnTo>
                  <a:pt x="860" y="58"/>
                </a:lnTo>
                <a:lnTo>
                  <a:pt x="878" y="67"/>
                </a:lnTo>
                <a:lnTo>
                  <a:pt x="896" y="77"/>
                </a:lnTo>
                <a:lnTo>
                  <a:pt x="915" y="87"/>
                </a:lnTo>
                <a:lnTo>
                  <a:pt x="932" y="98"/>
                </a:lnTo>
                <a:lnTo>
                  <a:pt x="949" y="109"/>
                </a:lnTo>
                <a:lnTo>
                  <a:pt x="966" y="121"/>
                </a:lnTo>
                <a:lnTo>
                  <a:pt x="982" y="133"/>
                </a:lnTo>
                <a:lnTo>
                  <a:pt x="998" y="146"/>
                </a:lnTo>
                <a:lnTo>
                  <a:pt x="1013" y="160"/>
                </a:lnTo>
                <a:lnTo>
                  <a:pt x="1028" y="174"/>
                </a:lnTo>
                <a:lnTo>
                  <a:pt x="1042" y="188"/>
                </a:lnTo>
                <a:lnTo>
                  <a:pt x="1056" y="203"/>
                </a:lnTo>
                <a:lnTo>
                  <a:pt x="1070" y="218"/>
                </a:lnTo>
                <a:lnTo>
                  <a:pt x="1082" y="234"/>
                </a:lnTo>
                <a:lnTo>
                  <a:pt x="1095" y="250"/>
                </a:lnTo>
                <a:lnTo>
                  <a:pt x="1107" y="267"/>
                </a:lnTo>
                <a:lnTo>
                  <a:pt x="1118" y="284"/>
                </a:lnTo>
                <a:lnTo>
                  <a:pt x="1129" y="302"/>
                </a:lnTo>
                <a:lnTo>
                  <a:pt x="1139" y="320"/>
                </a:lnTo>
                <a:lnTo>
                  <a:pt x="1148" y="338"/>
                </a:lnTo>
                <a:lnTo>
                  <a:pt x="1157" y="357"/>
                </a:lnTo>
                <a:lnTo>
                  <a:pt x="965" y="357"/>
                </a:lnTo>
                <a:close/>
                <a:moveTo>
                  <a:pt x="624" y="58"/>
                </a:moveTo>
                <a:lnTo>
                  <a:pt x="624" y="58"/>
                </a:lnTo>
                <a:lnTo>
                  <a:pt x="647" y="96"/>
                </a:lnTo>
                <a:lnTo>
                  <a:pt x="667" y="132"/>
                </a:lnTo>
                <a:lnTo>
                  <a:pt x="684" y="167"/>
                </a:lnTo>
                <a:lnTo>
                  <a:pt x="699" y="201"/>
                </a:lnTo>
                <a:lnTo>
                  <a:pt x="712" y="236"/>
                </a:lnTo>
                <a:lnTo>
                  <a:pt x="724" y="273"/>
                </a:lnTo>
                <a:lnTo>
                  <a:pt x="736" y="314"/>
                </a:lnTo>
                <a:lnTo>
                  <a:pt x="746" y="357"/>
                </a:lnTo>
                <a:lnTo>
                  <a:pt x="624" y="357"/>
                </a:lnTo>
                <a:lnTo>
                  <a:pt x="624" y="58"/>
                </a:lnTo>
                <a:close/>
                <a:moveTo>
                  <a:pt x="754" y="394"/>
                </a:moveTo>
                <a:lnTo>
                  <a:pt x="754" y="394"/>
                </a:lnTo>
                <a:lnTo>
                  <a:pt x="762" y="449"/>
                </a:lnTo>
                <a:lnTo>
                  <a:pt x="765" y="476"/>
                </a:lnTo>
                <a:lnTo>
                  <a:pt x="767" y="504"/>
                </a:lnTo>
                <a:lnTo>
                  <a:pt x="767" y="504"/>
                </a:lnTo>
                <a:lnTo>
                  <a:pt x="768" y="525"/>
                </a:lnTo>
                <a:lnTo>
                  <a:pt x="769" y="546"/>
                </a:lnTo>
                <a:lnTo>
                  <a:pt x="769" y="566"/>
                </a:lnTo>
                <a:lnTo>
                  <a:pt x="770" y="587"/>
                </a:lnTo>
                <a:lnTo>
                  <a:pt x="624" y="587"/>
                </a:lnTo>
                <a:lnTo>
                  <a:pt x="624" y="394"/>
                </a:lnTo>
                <a:lnTo>
                  <a:pt x="754" y="394"/>
                </a:lnTo>
                <a:close/>
                <a:moveTo>
                  <a:pt x="770" y="625"/>
                </a:moveTo>
                <a:lnTo>
                  <a:pt x="770" y="625"/>
                </a:lnTo>
                <a:lnTo>
                  <a:pt x="769" y="647"/>
                </a:lnTo>
                <a:lnTo>
                  <a:pt x="768" y="670"/>
                </a:lnTo>
                <a:lnTo>
                  <a:pt x="765" y="693"/>
                </a:lnTo>
                <a:lnTo>
                  <a:pt x="762" y="715"/>
                </a:lnTo>
                <a:lnTo>
                  <a:pt x="754" y="760"/>
                </a:lnTo>
                <a:lnTo>
                  <a:pt x="745" y="804"/>
                </a:lnTo>
                <a:lnTo>
                  <a:pt x="624" y="804"/>
                </a:lnTo>
                <a:lnTo>
                  <a:pt x="624" y="625"/>
                </a:lnTo>
                <a:lnTo>
                  <a:pt x="770" y="625"/>
                </a:lnTo>
                <a:close/>
                <a:moveTo>
                  <a:pt x="736" y="841"/>
                </a:moveTo>
                <a:lnTo>
                  <a:pt x="736" y="841"/>
                </a:lnTo>
                <a:lnTo>
                  <a:pt x="712" y="918"/>
                </a:lnTo>
                <a:lnTo>
                  <a:pt x="699" y="955"/>
                </a:lnTo>
                <a:lnTo>
                  <a:pt x="686" y="992"/>
                </a:lnTo>
                <a:lnTo>
                  <a:pt x="672" y="1029"/>
                </a:lnTo>
                <a:lnTo>
                  <a:pt x="657" y="1065"/>
                </a:lnTo>
                <a:lnTo>
                  <a:pt x="641" y="1101"/>
                </a:lnTo>
                <a:lnTo>
                  <a:pt x="624" y="1138"/>
                </a:lnTo>
                <a:lnTo>
                  <a:pt x="624" y="841"/>
                </a:lnTo>
                <a:lnTo>
                  <a:pt x="736" y="841"/>
                </a:lnTo>
                <a:close/>
                <a:moveTo>
                  <a:pt x="784" y="357"/>
                </a:moveTo>
                <a:lnTo>
                  <a:pt x="784" y="357"/>
                </a:lnTo>
                <a:lnTo>
                  <a:pt x="775" y="318"/>
                </a:lnTo>
                <a:lnTo>
                  <a:pt x="765" y="279"/>
                </a:lnTo>
                <a:lnTo>
                  <a:pt x="754" y="241"/>
                </a:lnTo>
                <a:lnTo>
                  <a:pt x="741" y="204"/>
                </a:lnTo>
                <a:lnTo>
                  <a:pt x="726" y="167"/>
                </a:lnTo>
                <a:lnTo>
                  <a:pt x="718" y="149"/>
                </a:lnTo>
                <a:lnTo>
                  <a:pt x="709" y="132"/>
                </a:lnTo>
                <a:lnTo>
                  <a:pt x="700" y="114"/>
                </a:lnTo>
                <a:lnTo>
                  <a:pt x="690" y="97"/>
                </a:lnTo>
                <a:lnTo>
                  <a:pt x="680" y="81"/>
                </a:lnTo>
                <a:lnTo>
                  <a:pt x="669" y="65"/>
                </a:lnTo>
                <a:lnTo>
                  <a:pt x="669" y="65"/>
                </a:lnTo>
                <a:lnTo>
                  <a:pt x="688" y="80"/>
                </a:lnTo>
                <a:lnTo>
                  <a:pt x="708" y="95"/>
                </a:lnTo>
                <a:lnTo>
                  <a:pt x="726" y="111"/>
                </a:lnTo>
                <a:lnTo>
                  <a:pt x="744" y="127"/>
                </a:lnTo>
                <a:lnTo>
                  <a:pt x="762" y="144"/>
                </a:lnTo>
                <a:lnTo>
                  <a:pt x="779" y="161"/>
                </a:lnTo>
                <a:lnTo>
                  <a:pt x="795" y="178"/>
                </a:lnTo>
                <a:lnTo>
                  <a:pt x="811" y="196"/>
                </a:lnTo>
                <a:lnTo>
                  <a:pt x="827" y="214"/>
                </a:lnTo>
                <a:lnTo>
                  <a:pt x="842" y="233"/>
                </a:lnTo>
                <a:lnTo>
                  <a:pt x="856" y="252"/>
                </a:lnTo>
                <a:lnTo>
                  <a:pt x="870" y="272"/>
                </a:lnTo>
                <a:lnTo>
                  <a:pt x="884" y="292"/>
                </a:lnTo>
                <a:lnTo>
                  <a:pt x="897" y="313"/>
                </a:lnTo>
                <a:lnTo>
                  <a:pt x="910" y="335"/>
                </a:lnTo>
                <a:lnTo>
                  <a:pt x="923" y="357"/>
                </a:lnTo>
                <a:lnTo>
                  <a:pt x="784" y="357"/>
                </a:lnTo>
                <a:close/>
                <a:moveTo>
                  <a:pt x="790" y="394"/>
                </a:moveTo>
                <a:lnTo>
                  <a:pt x="790" y="394"/>
                </a:lnTo>
                <a:lnTo>
                  <a:pt x="797" y="443"/>
                </a:lnTo>
                <a:lnTo>
                  <a:pt x="801" y="491"/>
                </a:lnTo>
                <a:lnTo>
                  <a:pt x="805" y="539"/>
                </a:lnTo>
                <a:lnTo>
                  <a:pt x="807" y="587"/>
                </a:lnTo>
                <a:lnTo>
                  <a:pt x="982" y="587"/>
                </a:lnTo>
                <a:lnTo>
                  <a:pt x="982" y="587"/>
                </a:lnTo>
                <a:lnTo>
                  <a:pt x="981" y="561"/>
                </a:lnTo>
                <a:lnTo>
                  <a:pt x="978" y="536"/>
                </a:lnTo>
                <a:lnTo>
                  <a:pt x="974" y="512"/>
                </a:lnTo>
                <a:lnTo>
                  <a:pt x="969" y="489"/>
                </a:lnTo>
                <a:lnTo>
                  <a:pt x="963" y="466"/>
                </a:lnTo>
                <a:lnTo>
                  <a:pt x="956" y="443"/>
                </a:lnTo>
                <a:lnTo>
                  <a:pt x="940" y="394"/>
                </a:lnTo>
                <a:lnTo>
                  <a:pt x="790" y="394"/>
                </a:lnTo>
                <a:close/>
                <a:moveTo>
                  <a:pt x="807" y="625"/>
                </a:moveTo>
                <a:lnTo>
                  <a:pt x="807" y="625"/>
                </a:lnTo>
                <a:lnTo>
                  <a:pt x="806" y="648"/>
                </a:lnTo>
                <a:lnTo>
                  <a:pt x="804" y="670"/>
                </a:lnTo>
                <a:lnTo>
                  <a:pt x="801" y="693"/>
                </a:lnTo>
                <a:lnTo>
                  <a:pt x="798" y="715"/>
                </a:lnTo>
                <a:lnTo>
                  <a:pt x="791" y="759"/>
                </a:lnTo>
                <a:lnTo>
                  <a:pt x="784" y="804"/>
                </a:lnTo>
                <a:lnTo>
                  <a:pt x="930" y="804"/>
                </a:lnTo>
                <a:lnTo>
                  <a:pt x="930" y="804"/>
                </a:lnTo>
                <a:lnTo>
                  <a:pt x="939" y="781"/>
                </a:lnTo>
                <a:lnTo>
                  <a:pt x="948" y="759"/>
                </a:lnTo>
                <a:lnTo>
                  <a:pt x="955" y="737"/>
                </a:lnTo>
                <a:lnTo>
                  <a:pt x="961" y="716"/>
                </a:lnTo>
                <a:lnTo>
                  <a:pt x="967" y="695"/>
                </a:lnTo>
                <a:lnTo>
                  <a:pt x="972" y="672"/>
                </a:lnTo>
                <a:lnTo>
                  <a:pt x="980" y="625"/>
                </a:lnTo>
                <a:lnTo>
                  <a:pt x="807" y="625"/>
                </a:lnTo>
                <a:close/>
                <a:moveTo>
                  <a:pt x="774" y="841"/>
                </a:moveTo>
                <a:lnTo>
                  <a:pt x="774" y="841"/>
                </a:lnTo>
                <a:lnTo>
                  <a:pt x="763" y="881"/>
                </a:lnTo>
                <a:lnTo>
                  <a:pt x="751" y="921"/>
                </a:lnTo>
                <a:lnTo>
                  <a:pt x="738" y="960"/>
                </a:lnTo>
                <a:lnTo>
                  <a:pt x="723" y="998"/>
                </a:lnTo>
                <a:lnTo>
                  <a:pt x="708" y="1035"/>
                </a:lnTo>
                <a:lnTo>
                  <a:pt x="691" y="1073"/>
                </a:lnTo>
                <a:lnTo>
                  <a:pt x="674" y="1110"/>
                </a:lnTo>
                <a:lnTo>
                  <a:pt x="656" y="1147"/>
                </a:lnTo>
                <a:lnTo>
                  <a:pt x="656" y="1147"/>
                </a:lnTo>
                <a:lnTo>
                  <a:pt x="693" y="1114"/>
                </a:lnTo>
                <a:lnTo>
                  <a:pt x="729" y="1079"/>
                </a:lnTo>
                <a:lnTo>
                  <a:pt x="764" y="1043"/>
                </a:lnTo>
                <a:lnTo>
                  <a:pt x="796" y="1006"/>
                </a:lnTo>
                <a:lnTo>
                  <a:pt x="827" y="967"/>
                </a:lnTo>
                <a:lnTo>
                  <a:pt x="857" y="926"/>
                </a:lnTo>
                <a:lnTo>
                  <a:pt x="884" y="884"/>
                </a:lnTo>
                <a:lnTo>
                  <a:pt x="910" y="841"/>
                </a:lnTo>
                <a:lnTo>
                  <a:pt x="774" y="841"/>
                </a:lnTo>
                <a:close/>
                <a:moveTo>
                  <a:pt x="436" y="841"/>
                </a:moveTo>
                <a:lnTo>
                  <a:pt x="436" y="841"/>
                </a:lnTo>
                <a:lnTo>
                  <a:pt x="446" y="880"/>
                </a:lnTo>
                <a:lnTo>
                  <a:pt x="457" y="920"/>
                </a:lnTo>
                <a:lnTo>
                  <a:pt x="470" y="959"/>
                </a:lnTo>
                <a:lnTo>
                  <a:pt x="484" y="998"/>
                </a:lnTo>
                <a:lnTo>
                  <a:pt x="500" y="1037"/>
                </a:lnTo>
                <a:lnTo>
                  <a:pt x="517" y="1075"/>
                </a:lnTo>
                <a:lnTo>
                  <a:pt x="535" y="1112"/>
                </a:lnTo>
                <a:lnTo>
                  <a:pt x="554" y="1147"/>
                </a:lnTo>
                <a:lnTo>
                  <a:pt x="554" y="1147"/>
                </a:lnTo>
                <a:lnTo>
                  <a:pt x="536" y="1132"/>
                </a:lnTo>
                <a:lnTo>
                  <a:pt x="518" y="1117"/>
                </a:lnTo>
                <a:lnTo>
                  <a:pt x="500" y="1100"/>
                </a:lnTo>
                <a:lnTo>
                  <a:pt x="482" y="1083"/>
                </a:lnTo>
                <a:lnTo>
                  <a:pt x="464" y="1064"/>
                </a:lnTo>
                <a:lnTo>
                  <a:pt x="447" y="1045"/>
                </a:lnTo>
                <a:lnTo>
                  <a:pt x="413" y="1006"/>
                </a:lnTo>
                <a:lnTo>
                  <a:pt x="381" y="965"/>
                </a:lnTo>
                <a:lnTo>
                  <a:pt x="351" y="924"/>
                </a:lnTo>
                <a:lnTo>
                  <a:pt x="337" y="902"/>
                </a:lnTo>
                <a:lnTo>
                  <a:pt x="324" y="882"/>
                </a:lnTo>
                <a:lnTo>
                  <a:pt x="312" y="861"/>
                </a:lnTo>
                <a:lnTo>
                  <a:pt x="300" y="841"/>
                </a:lnTo>
                <a:lnTo>
                  <a:pt x="436" y="841"/>
                </a:lnTo>
                <a:close/>
              </a:path>
            </a:pathLst>
          </a:custGeom>
          <a:solidFill>
            <a:schemeClr val="bg1">
              <a:lumMod val="95000"/>
              <a:alpha val="34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sp>
        <p:nvSpPr>
          <p:cNvPr id="38" name="Freeform 33"/>
          <p:cNvSpPr>
            <a:spLocks noEditPoints="1"/>
          </p:cNvSpPr>
          <p:nvPr userDrawn="1"/>
        </p:nvSpPr>
        <p:spPr bwMode="auto">
          <a:xfrm>
            <a:off x="6287358" y="5846743"/>
            <a:ext cx="1022803" cy="765197"/>
          </a:xfrm>
          <a:custGeom>
            <a:avLst/>
            <a:gdLst>
              <a:gd name="T0" fmla="*/ 415 w 1209"/>
              <a:gd name="T1" fmla="*/ 1063 h 1206"/>
              <a:gd name="T2" fmla="*/ 260 w 1209"/>
              <a:gd name="T3" fmla="*/ 841 h 1206"/>
              <a:gd name="T4" fmla="*/ 122 w 1209"/>
              <a:gd name="T5" fmla="*/ 968 h 1206"/>
              <a:gd name="T6" fmla="*/ 256 w 1209"/>
              <a:gd name="T7" fmla="*/ 1098 h 1206"/>
              <a:gd name="T8" fmla="*/ 424 w 1209"/>
              <a:gd name="T9" fmla="*/ 1181 h 1206"/>
              <a:gd name="T10" fmla="*/ 242 w 1209"/>
              <a:gd name="T11" fmla="*/ 804 h 1206"/>
              <a:gd name="T12" fmla="*/ 0 w 1209"/>
              <a:gd name="T13" fmla="*/ 625 h 1206"/>
              <a:gd name="T14" fmla="*/ 27 w 1209"/>
              <a:gd name="T15" fmla="*/ 787 h 1206"/>
              <a:gd name="T16" fmla="*/ 207 w 1209"/>
              <a:gd name="T17" fmla="*/ 464 h 1206"/>
              <a:gd name="T18" fmla="*/ 9 w 1209"/>
              <a:gd name="T19" fmla="*/ 489 h 1206"/>
              <a:gd name="T20" fmla="*/ 449 w 1209"/>
              <a:gd name="T21" fmla="*/ 433 h 1206"/>
              <a:gd name="T22" fmla="*/ 440 w 1209"/>
              <a:gd name="T23" fmla="*/ 640 h 1206"/>
              <a:gd name="T24" fmla="*/ 587 w 1209"/>
              <a:gd name="T25" fmla="*/ 804 h 1206"/>
              <a:gd name="T26" fmla="*/ 536 w 1209"/>
              <a:gd name="T27" fmla="*/ 1030 h 1206"/>
              <a:gd name="T28" fmla="*/ 61 w 1209"/>
              <a:gd name="T29" fmla="*/ 338 h 1206"/>
              <a:gd name="T30" fmla="*/ 166 w 1209"/>
              <a:gd name="T31" fmla="*/ 186 h 1206"/>
              <a:gd name="T32" fmla="*/ 312 w 1209"/>
              <a:gd name="T33" fmla="*/ 74 h 1206"/>
              <a:gd name="T34" fmla="*/ 485 w 1209"/>
              <a:gd name="T35" fmla="*/ 11 h 1206"/>
              <a:gd name="T36" fmla="*/ 449 w 1209"/>
              <a:gd name="T37" fmla="*/ 94 h 1206"/>
              <a:gd name="T38" fmla="*/ 273 w 1209"/>
              <a:gd name="T39" fmla="*/ 303 h 1206"/>
              <a:gd name="T40" fmla="*/ 545 w 1209"/>
              <a:gd name="T41" fmla="*/ 129 h 1206"/>
              <a:gd name="T42" fmla="*/ 427 w 1209"/>
              <a:gd name="T43" fmla="*/ 357 h 1206"/>
              <a:gd name="T44" fmla="*/ 521 w 1209"/>
              <a:gd name="T45" fmla="*/ 94 h 1206"/>
              <a:gd name="T46" fmla="*/ 432 w 1209"/>
              <a:gd name="T47" fmla="*/ 159 h 1206"/>
              <a:gd name="T48" fmla="*/ 299 w 1209"/>
              <a:gd name="T49" fmla="*/ 336 h 1206"/>
              <a:gd name="T50" fmla="*/ 404 w 1209"/>
              <a:gd name="T51" fmla="*/ 515 h 1206"/>
              <a:gd name="T52" fmla="*/ 236 w 1209"/>
              <a:gd name="T53" fmla="*/ 504 h 1206"/>
              <a:gd name="T54" fmla="*/ 403 w 1209"/>
              <a:gd name="T55" fmla="*/ 646 h 1206"/>
              <a:gd name="T56" fmla="*/ 271 w 1209"/>
              <a:gd name="T57" fmla="*/ 783 h 1206"/>
              <a:gd name="T58" fmla="*/ 643 w 1209"/>
              <a:gd name="T59" fmla="*/ 1206 h 1206"/>
              <a:gd name="T60" fmla="*/ 815 w 1209"/>
              <a:gd name="T61" fmla="*/ 1039 h 1206"/>
              <a:gd name="T62" fmla="*/ 1160 w 1209"/>
              <a:gd name="T63" fmla="*/ 841 h 1206"/>
              <a:gd name="T64" fmla="*/ 1073 w 1209"/>
              <a:gd name="T65" fmla="*/ 984 h 1206"/>
              <a:gd name="T66" fmla="*/ 936 w 1209"/>
              <a:gd name="T67" fmla="*/ 1108 h 1206"/>
              <a:gd name="T68" fmla="*/ 767 w 1209"/>
              <a:gd name="T69" fmla="*/ 1185 h 1206"/>
              <a:gd name="T70" fmla="*/ 968 w 1209"/>
              <a:gd name="T71" fmla="*/ 804 h 1206"/>
              <a:gd name="T72" fmla="*/ 1208 w 1209"/>
              <a:gd name="T73" fmla="*/ 648 h 1206"/>
              <a:gd name="T74" fmla="*/ 1018 w 1209"/>
              <a:gd name="T75" fmla="*/ 587 h 1206"/>
              <a:gd name="T76" fmla="*/ 981 w 1209"/>
              <a:gd name="T77" fmla="*/ 394 h 1206"/>
              <a:gd name="T78" fmla="*/ 1209 w 1209"/>
              <a:gd name="T79" fmla="*/ 587 h 1206"/>
              <a:gd name="T80" fmla="*/ 865 w 1209"/>
              <a:gd name="T81" fmla="*/ 203 h 1206"/>
              <a:gd name="T82" fmla="*/ 645 w 1209"/>
              <a:gd name="T83" fmla="*/ 0 h 1206"/>
              <a:gd name="T84" fmla="*/ 823 w 1209"/>
              <a:gd name="T85" fmla="*/ 42 h 1206"/>
              <a:gd name="T86" fmla="*/ 982 w 1209"/>
              <a:gd name="T87" fmla="*/ 133 h 1206"/>
              <a:gd name="T88" fmla="*/ 1107 w 1209"/>
              <a:gd name="T89" fmla="*/ 267 h 1206"/>
              <a:gd name="T90" fmla="*/ 647 w 1209"/>
              <a:gd name="T91" fmla="*/ 96 h 1206"/>
              <a:gd name="T92" fmla="*/ 624 w 1209"/>
              <a:gd name="T93" fmla="*/ 58 h 1206"/>
              <a:gd name="T94" fmla="*/ 769 w 1209"/>
              <a:gd name="T95" fmla="*/ 566 h 1206"/>
              <a:gd name="T96" fmla="*/ 765 w 1209"/>
              <a:gd name="T97" fmla="*/ 693 h 1206"/>
              <a:gd name="T98" fmla="*/ 712 w 1209"/>
              <a:gd name="T99" fmla="*/ 918 h 1206"/>
              <a:gd name="T100" fmla="*/ 784 w 1209"/>
              <a:gd name="T101" fmla="*/ 357 h 1206"/>
              <a:gd name="T102" fmla="*/ 700 w 1209"/>
              <a:gd name="T103" fmla="*/ 114 h 1206"/>
              <a:gd name="T104" fmla="*/ 762 w 1209"/>
              <a:gd name="T105" fmla="*/ 144 h 1206"/>
              <a:gd name="T106" fmla="*/ 897 w 1209"/>
              <a:gd name="T107" fmla="*/ 313 h 1206"/>
              <a:gd name="T108" fmla="*/ 807 w 1209"/>
              <a:gd name="T109" fmla="*/ 587 h 1206"/>
              <a:gd name="T110" fmla="*/ 940 w 1209"/>
              <a:gd name="T111" fmla="*/ 394 h 1206"/>
              <a:gd name="T112" fmla="*/ 784 w 1209"/>
              <a:gd name="T113" fmla="*/ 804 h 1206"/>
              <a:gd name="T114" fmla="*/ 980 w 1209"/>
              <a:gd name="T115" fmla="*/ 625 h 1206"/>
              <a:gd name="T116" fmla="*/ 691 w 1209"/>
              <a:gd name="T117" fmla="*/ 1073 h 1206"/>
              <a:gd name="T118" fmla="*/ 857 w 1209"/>
              <a:gd name="T119" fmla="*/ 926 h 1206"/>
              <a:gd name="T120" fmla="*/ 484 w 1209"/>
              <a:gd name="T121" fmla="*/ 998 h 1206"/>
              <a:gd name="T122" fmla="*/ 482 w 1209"/>
              <a:gd name="T123" fmla="*/ 1083 h 1206"/>
              <a:gd name="T124" fmla="*/ 300 w 1209"/>
              <a:gd name="T125" fmla="*/ 841 h 1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209" h="1206">
                <a:moveTo>
                  <a:pt x="567" y="1206"/>
                </a:moveTo>
                <a:lnTo>
                  <a:pt x="567" y="1206"/>
                </a:lnTo>
                <a:lnTo>
                  <a:pt x="546" y="1189"/>
                </a:lnTo>
                <a:lnTo>
                  <a:pt x="524" y="1171"/>
                </a:lnTo>
                <a:lnTo>
                  <a:pt x="502" y="1151"/>
                </a:lnTo>
                <a:lnTo>
                  <a:pt x="480" y="1130"/>
                </a:lnTo>
                <a:lnTo>
                  <a:pt x="458" y="1109"/>
                </a:lnTo>
                <a:lnTo>
                  <a:pt x="436" y="1086"/>
                </a:lnTo>
                <a:lnTo>
                  <a:pt x="415" y="1063"/>
                </a:lnTo>
                <a:lnTo>
                  <a:pt x="395" y="1040"/>
                </a:lnTo>
                <a:lnTo>
                  <a:pt x="375" y="1016"/>
                </a:lnTo>
                <a:lnTo>
                  <a:pt x="356" y="991"/>
                </a:lnTo>
                <a:lnTo>
                  <a:pt x="337" y="966"/>
                </a:lnTo>
                <a:lnTo>
                  <a:pt x="320" y="941"/>
                </a:lnTo>
                <a:lnTo>
                  <a:pt x="303" y="916"/>
                </a:lnTo>
                <a:lnTo>
                  <a:pt x="287" y="890"/>
                </a:lnTo>
                <a:lnTo>
                  <a:pt x="273" y="866"/>
                </a:lnTo>
                <a:lnTo>
                  <a:pt x="260" y="841"/>
                </a:lnTo>
                <a:lnTo>
                  <a:pt x="49" y="841"/>
                </a:lnTo>
                <a:lnTo>
                  <a:pt x="49" y="841"/>
                </a:lnTo>
                <a:lnTo>
                  <a:pt x="57" y="860"/>
                </a:lnTo>
                <a:lnTo>
                  <a:pt x="66" y="879"/>
                </a:lnTo>
                <a:lnTo>
                  <a:pt x="76" y="897"/>
                </a:lnTo>
                <a:lnTo>
                  <a:pt x="87" y="916"/>
                </a:lnTo>
                <a:lnTo>
                  <a:pt x="98" y="934"/>
                </a:lnTo>
                <a:lnTo>
                  <a:pt x="110" y="951"/>
                </a:lnTo>
                <a:lnTo>
                  <a:pt x="122" y="968"/>
                </a:lnTo>
                <a:lnTo>
                  <a:pt x="135" y="984"/>
                </a:lnTo>
                <a:lnTo>
                  <a:pt x="148" y="1000"/>
                </a:lnTo>
                <a:lnTo>
                  <a:pt x="162" y="1016"/>
                </a:lnTo>
                <a:lnTo>
                  <a:pt x="177" y="1031"/>
                </a:lnTo>
                <a:lnTo>
                  <a:pt x="192" y="1045"/>
                </a:lnTo>
                <a:lnTo>
                  <a:pt x="207" y="1059"/>
                </a:lnTo>
                <a:lnTo>
                  <a:pt x="223" y="1073"/>
                </a:lnTo>
                <a:lnTo>
                  <a:pt x="239" y="1086"/>
                </a:lnTo>
                <a:lnTo>
                  <a:pt x="256" y="1098"/>
                </a:lnTo>
                <a:lnTo>
                  <a:pt x="273" y="1110"/>
                </a:lnTo>
                <a:lnTo>
                  <a:pt x="291" y="1121"/>
                </a:lnTo>
                <a:lnTo>
                  <a:pt x="310" y="1131"/>
                </a:lnTo>
                <a:lnTo>
                  <a:pt x="328" y="1141"/>
                </a:lnTo>
                <a:lnTo>
                  <a:pt x="346" y="1151"/>
                </a:lnTo>
                <a:lnTo>
                  <a:pt x="365" y="1159"/>
                </a:lnTo>
                <a:lnTo>
                  <a:pt x="385" y="1167"/>
                </a:lnTo>
                <a:lnTo>
                  <a:pt x="404" y="1175"/>
                </a:lnTo>
                <a:lnTo>
                  <a:pt x="424" y="1181"/>
                </a:lnTo>
                <a:lnTo>
                  <a:pt x="444" y="1187"/>
                </a:lnTo>
                <a:lnTo>
                  <a:pt x="464" y="1192"/>
                </a:lnTo>
                <a:lnTo>
                  <a:pt x="484" y="1197"/>
                </a:lnTo>
                <a:lnTo>
                  <a:pt x="505" y="1200"/>
                </a:lnTo>
                <a:lnTo>
                  <a:pt x="526" y="1203"/>
                </a:lnTo>
                <a:lnTo>
                  <a:pt x="546" y="1205"/>
                </a:lnTo>
                <a:lnTo>
                  <a:pt x="567" y="1206"/>
                </a:lnTo>
                <a:close/>
                <a:moveTo>
                  <a:pt x="242" y="804"/>
                </a:moveTo>
                <a:lnTo>
                  <a:pt x="242" y="804"/>
                </a:lnTo>
                <a:lnTo>
                  <a:pt x="233" y="782"/>
                </a:lnTo>
                <a:lnTo>
                  <a:pt x="225" y="760"/>
                </a:lnTo>
                <a:lnTo>
                  <a:pt x="218" y="739"/>
                </a:lnTo>
                <a:lnTo>
                  <a:pt x="211" y="717"/>
                </a:lnTo>
                <a:lnTo>
                  <a:pt x="206" y="694"/>
                </a:lnTo>
                <a:lnTo>
                  <a:pt x="202" y="672"/>
                </a:lnTo>
                <a:lnTo>
                  <a:pt x="198" y="649"/>
                </a:lnTo>
                <a:lnTo>
                  <a:pt x="195" y="625"/>
                </a:lnTo>
                <a:lnTo>
                  <a:pt x="0" y="625"/>
                </a:lnTo>
                <a:lnTo>
                  <a:pt x="0" y="641"/>
                </a:lnTo>
                <a:lnTo>
                  <a:pt x="0" y="641"/>
                </a:lnTo>
                <a:lnTo>
                  <a:pt x="1" y="660"/>
                </a:lnTo>
                <a:lnTo>
                  <a:pt x="3" y="680"/>
                </a:lnTo>
                <a:lnTo>
                  <a:pt x="6" y="702"/>
                </a:lnTo>
                <a:lnTo>
                  <a:pt x="10" y="724"/>
                </a:lnTo>
                <a:lnTo>
                  <a:pt x="15" y="746"/>
                </a:lnTo>
                <a:lnTo>
                  <a:pt x="21" y="767"/>
                </a:lnTo>
                <a:lnTo>
                  <a:pt x="27" y="787"/>
                </a:lnTo>
                <a:lnTo>
                  <a:pt x="34" y="804"/>
                </a:lnTo>
                <a:lnTo>
                  <a:pt x="242" y="804"/>
                </a:lnTo>
                <a:close/>
                <a:moveTo>
                  <a:pt x="193" y="587"/>
                </a:moveTo>
                <a:lnTo>
                  <a:pt x="193" y="587"/>
                </a:lnTo>
                <a:lnTo>
                  <a:pt x="193" y="564"/>
                </a:lnTo>
                <a:lnTo>
                  <a:pt x="195" y="540"/>
                </a:lnTo>
                <a:lnTo>
                  <a:pt x="197" y="514"/>
                </a:lnTo>
                <a:lnTo>
                  <a:pt x="201" y="489"/>
                </a:lnTo>
                <a:lnTo>
                  <a:pt x="207" y="464"/>
                </a:lnTo>
                <a:lnTo>
                  <a:pt x="213" y="439"/>
                </a:lnTo>
                <a:lnTo>
                  <a:pt x="221" y="416"/>
                </a:lnTo>
                <a:lnTo>
                  <a:pt x="229" y="394"/>
                </a:lnTo>
                <a:lnTo>
                  <a:pt x="36" y="394"/>
                </a:lnTo>
                <a:lnTo>
                  <a:pt x="36" y="394"/>
                </a:lnTo>
                <a:lnTo>
                  <a:pt x="29" y="417"/>
                </a:lnTo>
                <a:lnTo>
                  <a:pt x="22" y="441"/>
                </a:lnTo>
                <a:lnTo>
                  <a:pt x="15" y="465"/>
                </a:lnTo>
                <a:lnTo>
                  <a:pt x="9" y="489"/>
                </a:lnTo>
                <a:lnTo>
                  <a:pt x="5" y="514"/>
                </a:lnTo>
                <a:lnTo>
                  <a:pt x="2" y="539"/>
                </a:lnTo>
                <a:lnTo>
                  <a:pt x="0" y="563"/>
                </a:lnTo>
                <a:lnTo>
                  <a:pt x="0" y="587"/>
                </a:lnTo>
                <a:lnTo>
                  <a:pt x="193" y="587"/>
                </a:lnTo>
                <a:close/>
                <a:moveTo>
                  <a:pt x="456" y="394"/>
                </a:moveTo>
                <a:lnTo>
                  <a:pt x="456" y="394"/>
                </a:lnTo>
                <a:lnTo>
                  <a:pt x="452" y="413"/>
                </a:lnTo>
                <a:lnTo>
                  <a:pt x="449" y="433"/>
                </a:lnTo>
                <a:lnTo>
                  <a:pt x="444" y="473"/>
                </a:lnTo>
                <a:lnTo>
                  <a:pt x="441" y="514"/>
                </a:lnTo>
                <a:lnTo>
                  <a:pt x="440" y="553"/>
                </a:lnTo>
                <a:lnTo>
                  <a:pt x="440" y="587"/>
                </a:lnTo>
                <a:lnTo>
                  <a:pt x="587" y="587"/>
                </a:lnTo>
                <a:lnTo>
                  <a:pt x="587" y="394"/>
                </a:lnTo>
                <a:lnTo>
                  <a:pt x="456" y="394"/>
                </a:lnTo>
                <a:close/>
                <a:moveTo>
                  <a:pt x="440" y="625"/>
                </a:moveTo>
                <a:lnTo>
                  <a:pt x="440" y="640"/>
                </a:lnTo>
                <a:lnTo>
                  <a:pt x="440" y="640"/>
                </a:lnTo>
                <a:lnTo>
                  <a:pt x="441" y="658"/>
                </a:lnTo>
                <a:lnTo>
                  <a:pt x="442" y="678"/>
                </a:lnTo>
                <a:lnTo>
                  <a:pt x="445" y="700"/>
                </a:lnTo>
                <a:lnTo>
                  <a:pt x="448" y="723"/>
                </a:lnTo>
                <a:lnTo>
                  <a:pt x="456" y="767"/>
                </a:lnTo>
                <a:lnTo>
                  <a:pt x="461" y="787"/>
                </a:lnTo>
                <a:lnTo>
                  <a:pt x="466" y="804"/>
                </a:lnTo>
                <a:lnTo>
                  <a:pt x="587" y="804"/>
                </a:lnTo>
                <a:lnTo>
                  <a:pt x="587" y="625"/>
                </a:lnTo>
                <a:lnTo>
                  <a:pt x="440" y="625"/>
                </a:lnTo>
                <a:close/>
                <a:moveTo>
                  <a:pt x="475" y="841"/>
                </a:moveTo>
                <a:lnTo>
                  <a:pt x="475" y="841"/>
                </a:lnTo>
                <a:lnTo>
                  <a:pt x="485" y="879"/>
                </a:lnTo>
                <a:lnTo>
                  <a:pt x="496" y="918"/>
                </a:lnTo>
                <a:lnTo>
                  <a:pt x="508" y="955"/>
                </a:lnTo>
                <a:lnTo>
                  <a:pt x="522" y="993"/>
                </a:lnTo>
                <a:lnTo>
                  <a:pt x="536" y="1030"/>
                </a:lnTo>
                <a:lnTo>
                  <a:pt x="551" y="1066"/>
                </a:lnTo>
                <a:lnTo>
                  <a:pt x="568" y="1102"/>
                </a:lnTo>
                <a:lnTo>
                  <a:pt x="587" y="1136"/>
                </a:lnTo>
                <a:lnTo>
                  <a:pt x="587" y="841"/>
                </a:lnTo>
                <a:lnTo>
                  <a:pt x="475" y="841"/>
                </a:lnTo>
                <a:close/>
                <a:moveTo>
                  <a:pt x="245" y="357"/>
                </a:moveTo>
                <a:lnTo>
                  <a:pt x="52" y="357"/>
                </a:lnTo>
                <a:lnTo>
                  <a:pt x="52" y="357"/>
                </a:lnTo>
                <a:lnTo>
                  <a:pt x="61" y="338"/>
                </a:lnTo>
                <a:lnTo>
                  <a:pt x="70" y="319"/>
                </a:lnTo>
                <a:lnTo>
                  <a:pt x="80" y="300"/>
                </a:lnTo>
                <a:lnTo>
                  <a:pt x="91" y="283"/>
                </a:lnTo>
                <a:lnTo>
                  <a:pt x="102" y="265"/>
                </a:lnTo>
                <a:lnTo>
                  <a:pt x="114" y="249"/>
                </a:lnTo>
                <a:lnTo>
                  <a:pt x="126" y="232"/>
                </a:lnTo>
                <a:lnTo>
                  <a:pt x="139" y="216"/>
                </a:lnTo>
                <a:lnTo>
                  <a:pt x="152" y="201"/>
                </a:lnTo>
                <a:lnTo>
                  <a:pt x="166" y="186"/>
                </a:lnTo>
                <a:lnTo>
                  <a:pt x="181" y="171"/>
                </a:lnTo>
                <a:lnTo>
                  <a:pt x="196" y="157"/>
                </a:lnTo>
                <a:lnTo>
                  <a:pt x="211" y="144"/>
                </a:lnTo>
                <a:lnTo>
                  <a:pt x="227" y="131"/>
                </a:lnTo>
                <a:lnTo>
                  <a:pt x="243" y="118"/>
                </a:lnTo>
                <a:lnTo>
                  <a:pt x="259" y="107"/>
                </a:lnTo>
                <a:lnTo>
                  <a:pt x="276" y="95"/>
                </a:lnTo>
                <a:lnTo>
                  <a:pt x="294" y="84"/>
                </a:lnTo>
                <a:lnTo>
                  <a:pt x="312" y="74"/>
                </a:lnTo>
                <a:lnTo>
                  <a:pt x="330" y="65"/>
                </a:lnTo>
                <a:lnTo>
                  <a:pt x="349" y="56"/>
                </a:lnTo>
                <a:lnTo>
                  <a:pt x="367" y="47"/>
                </a:lnTo>
                <a:lnTo>
                  <a:pt x="386" y="39"/>
                </a:lnTo>
                <a:lnTo>
                  <a:pt x="406" y="32"/>
                </a:lnTo>
                <a:lnTo>
                  <a:pt x="425" y="26"/>
                </a:lnTo>
                <a:lnTo>
                  <a:pt x="445" y="20"/>
                </a:lnTo>
                <a:lnTo>
                  <a:pt x="465" y="15"/>
                </a:lnTo>
                <a:lnTo>
                  <a:pt x="485" y="11"/>
                </a:lnTo>
                <a:lnTo>
                  <a:pt x="505" y="7"/>
                </a:lnTo>
                <a:lnTo>
                  <a:pt x="525" y="4"/>
                </a:lnTo>
                <a:lnTo>
                  <a:pt x="546" y="1"/>
                </a:lnTo>
                <a:lnTo>
                  <a:pt x="567" y="0"/>
                </a:lnTo>
                <a:lnTo>
                  <a:pt x="567" y="0"/>
                </a:lnTo>
                <a:lnTo>
                  <a:pt x="519" y="36"/>
                </a:lnTo>
                <a:lnTo>
                  <a:pt x="495" y="55"/>
                </a:lnTo>
                <a:lnTo>
                  <a:pt x="472" y="74"/>
                </a:lnTo>
                <a:lnTo>
                  <a:pt x="449" y="94"/>
                </a:lnTo>
                <a:lnTo>
                  <a:pt x="427" y="115"/>
                </a:lnTo>
                <a:lnTo>
                  <a:pt x="405" y="136"/>
                </a:lnTo>
                <a:lnTo>
                  <a:pt x="384" y="158"/>
                </a:lnTo>
                <a:lnTo>
                  <a:pt x="363" y="180"/>
                </a:lnTo>
                <a:lnTo>
                  <a:pt x="343" y="203"/>
                </a:lnTo>
                <a:lnTo>
                  <a:pt x="325" y="227"/>
                </a:lnTo>
                <a:lnTo>
                  <a:pt x="307" y="251"/>
                </a:lnTo>
                <a:lnTo>
                  <a:pt x="289" y="276"/>
                </a:lnTo>
                <a:lnTo>
                  <a:pt x="273" y="303"/>
                </a:lnTo>
                <a:lnTo>
                  <a:pt x="259" y="329"/>
                </a:lnTo>
                <a:lnTo>
                  <a:pt x="245" y="357"/>
                </a:lnTo>
                <a:lnTo>
                  <a:pt x="245" y="357"/>
                </a:lnTo>
                <a:close/>
                <a:moveTo>
                  <a:pt x="464" y="357"/>
                </a:moveTo>
                <a:lnTo>
                  <a:pt x="587" y="357"/>
                </a:lnTo>
                <a:lnTo>
                  <a:pt x="587" y="60"/>
                </a:lnTo>
                <a:lnTo>
                  <a:pt x="587" y="60"/>
                </a:lnTo>
                <a:lnTo>
                  <a:pt x="565" y="94"/>
                </a:lnTo>
                <a:lnTo>
                  <a:pt x="545" y="129"/>
                </a:lnTo>
                <a:lnTo>
                  <a:pt x="527" y="165"/>
                </a:lnTo>
                <a:lnTo>
                  <a:pt x="510" y="201"/>
                </a:lnTo>
                <a:lnTo>
                  <a:pt x="496" y="239"/>
                </a:lnTo>
                <a:lnTo>
                  <a:pt x="484" y="277"/>
                </a:lnTo>
                <a:lnTo>
                  <a:pt x="473" y="317"/>
                </a:lnTo>
                <a:lnTo>
                  <a:pt x="464" y="357"/>
                </a:lnTo>
                <a:lnTo>
                  <a:pt x="464" y="357"/>
                </a:lnTo>
                <a:close/>
                <a:moveTo>
                  <a:pt x="427" y="357"/>
                </a:moveTo>
                <a:lnTo>
                  <a:pt x="427" y="357"/>
                </a:lnTo>
                <a:lnTo>
                  <a:pt x="434" y="322"/>
                </a:lnTo>
                <a:lnTo>
                  <a:pt x="443" y="283"/>
                </a:lnTo>
                <a:lnTo>
                  <a:pt x="455" y="244"/>
                </a:lnTo>
                <a:lnTo>
                  <a:pt x="469" y="204"/>
                </a:lnTo>
                <a:lnTo>
                  <a:pt x="485" y="165"/>
                </a:lnTo>
                <a:lnTo>
                  <a:pt x="493" y="146"/>
                </a:lnTo>
                <a:lnTo>
                  <a:pt x="502" y="127"/>
                </a:lnTo>
                <a:lnTo>
                  <a:pt x="511" y="110"/>
                </a:lnTo>
                <a:lnTo>
                  <a:pt x="521" y="94"/>
                </a:lnTo>
                <a:lnTo>
                  <a:pt x="531" y="78"/>
                </a:lnTo>
                <a:lnTo>
                  <a:pt x="541" y="65"/>
                </a:lnTo>
                <a:lnTo>
                  <a:pt x="541" y="65"/>
                </a:lnTo>
                <a:lnTo>
                  <a:pt x="522" y="78"/>
                </a:lnTo>
                <a:lnTo>
                  <a:pt x="504" y="93"/>
                </a:lnTo>
                <a:lnTo>
                  <a:pt x="485" y="108"/>
                </a:lnTo>
                <a:lnTo>
                  <a:pt x="467" y="125"/>
                </a:lnTo>
                <a:lnTo>
                  <a:pt x="449" y="141"/>
                </a:lnTo>
                <a:lnTo>
                  <a:pt x="432" y="159"/>
                </a:lnTo>
                <a:lnTo>
                  <a:pt x="415" y="177"/>
                </a:lnTo>
                <a:lnTo>
                  <a:pt x="398" y="196"/>
                </a:lnTo>
                <a:lnTo>
                  <a:pt x="382" y="215"/>
                </a:lnTo>
                <a:lnTo>
                  <a:pt x="366" y="234"/>
                </a:lnTo>
                <a:lnTo>
                  <a:pt x="352" y="254"/>
                </a:lnTo>
                <a:lnTo>
                  <a:pt x="337" y="274"/>
                </a:lnTo>
                <a:lnTo>
                  <a:pt x="324" y="294"/>
                </a:lnTo>
                <a:lnTo>
                  <a:pt x="311" y="315"/>
                </a:lnTo>
                <a:lnTo>
                  <a:pt x="299" y="336"/>
                </a:lnTo>
                <a:lnTo>
                  <a:pt x="288" y="357"/>
                </a:lnTo>
                <a:lnTo>
                  <a:pt x="427" y="357"/>
                </a:lnTo>
                <a:close/>
                <a:moveTo>
                  <a:pt x="420" y="394"/>
                </a:moveTo>
                <a:lnTo>
                  <a:pt x="420" y="394"/>
                </a:lnTo>
                <a:lnTo>
                  <a:pt x="415" y="417"/>
                </a:lnTo>
                <a:lnTo>
                  <a:pt x="412" y="441"/>
                </a:lnTo>
                <a:lnTo>
                  <a:pt x="408" y="466"/>
                </a:lnTo>
                <a:lnTo>
                  <a:pt x="406" y="490"/>
                </a:lnTo>
                <a:lnTo>
                  <a:pt x="404" y="515"/>
                </a:lnTo>
                <a:lnTo>
                  <a:pt x="403" y="540"/>
                </a:lnTo>
                <a:lnTo>
                  <a:pt x="403" y="564"/>
                </a:lnTo>
                <a:lnTo>
                  <a:pt x="403" y="587"/>
                </a:lnTo>
                <a:lnTo>
                  <a:pt x="229" y="587"/>
                </a:lnTo>
                <a:lnTo>
                  <a:pt x="229" y="571"/>
                </a:lnTo>
                <a:lnTo>
                  <a:pt x="229" y="571"/>
                </a:lnTo>
                <a:lnTo>
                  <a:pt x="229" y="549"/>
                </a:lnTo>
                <a:lnTo>
                  <a:pt x="232" y="527"/>
                </a:lnTo>
                <a:lnTo>
                  <a:pt x="236" y="504"/>
                </a:lnTo>
                <a:lnTo>
                  <a:pt x="242" y="481"/>
                </a:lnTo>
                <a:lnTo>
                  <a:pt x="248" y="458"/>
                </a:lnTo>
                <a:lnTo>
                  <a:pt x="255" y="436"/>
                </a:lnTo>
                <a:lnTo>
                  <a:pt x="262" y="415"/>
                </a:lnTo>
                <a:lnTo>
                  <a:pt x="270" y="394"/>
                </a:lnTo>
                <a:lnTo>
                  <a:pt x="420" y="394"/>
                </a:lnTo>
                <a:close/>
                <a:moveTo>
                  <a:pt x="403" y="625"/>
                </a:moveTo>
                <a:lnTo>
                  <a:pt x="403" y="625"/>
                </a:lnTo>
                <a:lnTo>
                  <a:pt x="403" y="646"/>
                </a:lnTo>
                <a:lnTo>
                  <a:pt x="404" y="669"/>
                </a:lnTo>
                <a:lnTo>
                  <a:pt x="406" y="692"/>
                </a:lnTo>
                <a:lnTo>
                  <a:pt x="409" y="715"/>
                </a:lnTo>
                <a:lnTo>
                  <a:pt x="413" y="738"/>
                </a:lnTo>
                <a:lnTo>
                  <a:pt x="418" y="761"/>
                </a:lnTo>
                <a:lnTo>
                  <a:pt x="427" y="804"/>
                </a:lnTo>
                <a:lnTo>
                  <a:pt x="281" y="804"/>
                </a:lnTo>
                <a:lnTo>
                  <a:pt x="281" y="804"/>
                </a:lnTo>
                <a:lnTo>
                  <a:pt x="271" y="783"/>
                </a:lnTo>
                <a:lnTo>
                  <a:pt x="262" y="762"/>
                </a:lnTo>
                <a:lnTo>
                  <a:pt x="254" y="740"/>
                </a:lnTo>
                <a:lnTo>
                  <a:pt x="247" y="717"/>
                </a:lnTo>
                <a:lnTo>
                  <a:pt x="241" y="694"/>
                </a:lnTo>
                <a:lnTo>
                  <a:pt x="236" y="671"/>
                </a:lnTo>
                <a:lnTo>
                  <a:pt x="233" y="648"/>
                </a:lnTo>
                <a:lnTo>
                  <a:pt x="230" y="625"/>
                </a:lnTo>
                <a:lnTo>
                  <a:pt x="403" y="625"/>
                </a:lnTo>
                <a:close/>
                <a:moveTo>
                  <a:pt x="643" y="1206"/>
                </a:moveTo>
                <a:lnTo>
                  <a:pt x="643" y="1206"/>
                </a:lnTo>
                <a:lnTo>
                  <a:pt x="666" y="1188"/>
                </a:lnTo>
                <a:lnTo>
                  <a:pt x="688" y="1168"/>
                </a:lnTo>
                <a:lnTo>
                  <a:pt x="710" y="1148"/>
                </a:lnTo>
                <a:lnTo>
                  <a:pt x="732" y="1128"/>
                </a:lnTo>
                <a:lnTo>
                  <a:pt x="753" y="1106"/>
                </a:lnTo>
                <a:lnTo>
                  <a:pt x="774" y="1085"/>
                </a:lnTo>
                <a:lnTo>
                  <a:pt x="795" y="1062"/>
                </a:lnTo>
                <a:lnTo>
                  <a:pt x="815" y="1039"/>
                </a:lnTo>
                <a:lnTo>
                  <a:pt x="835" y="1016"/>
                </a:lnTo>
                <a:lnTo>
                  <a:pt x="854" y="992"/>
                </a:lnTo>
                <a:lnTo>
                  <a:pt x="872" y="968"/>
                </a:lnTo>
                <a:lnTo>
                  <a:pt x="889" y="943"/>
                </a:lnTo>
                <a:lnTo>
                  <a:pt x="906" y="919"/>
                </a:lnTo>
                <a:lnTo>
                  <a:pt x="923" y="892"/>
                </a:lnTo>
                <a:lnTo>
                  <a:pt x="937" y="867"/>
                </a:lnTo>
                <a:lnTo>
                  <a:pt x="951" y="841"/>
                </a:lnTo>
                <a:lnTo>
                  <a:pt x="1160" y="841"/>
                </a:lnTo>
                <a:lnTo>
                  <a:pt x="1160" y="841"/>
                </a:lnTo>
                <a:lnTo>
                  <a:pt x="1151" y="860"/>
                </a:lnTo>
                <a:lnTo>
                  <a:pt x="1142" y="879"/>
                </a:lnTo>
                <a:lnTo>
                  <a:pt x="1132" y="898"/>
                </a:lnTo>
                <a:lnTo>
                  <a:pt x="1121" y="917"/>
                </a:lnTo>
                <a:lnTo>
                  <a:pt x="1110" y="934"/>
                </a:lnTo>
                <a:lnTo>
                  <a:pt x="1098" y="951"/>
                </a:lnTo>
                <a:lnTo>
                  <a:pt x="1086" y="968"/>
                </a:lnTo>
                <a:lnTo>
                  <a:pt x="1073" y="984"/>
                </a:lnTo>
                <a:lnTo>
                  <a:pt x="1060" y="1000"/>
                </a:lnTo>
                <a:lnTo>
                  <a:pt x="1046" y="1015"/>
                </a:lnTo>
                <a:lnTo>
                  <a:pt x="1032" y="1030"/>
                </a:lnTo>
                <a:lnTo>
                  <a:pt x="1017" y="1044"/>
                </a:lnTo>
                <a:lnTo>
                  <a:pt x="1001" y="1058"/>
                </a:lnTo>
                <a:lnTo>
                  <a:pt x="986" y="1072"/>
                </a:lnTo>
                <a:lnTo>
                  <a:pt x="970" y="1084"/>
                </a:lnTo>
                <a:lnTo>
                  <a:pt x="953" y="1096"/>
                </a:lnTo>
                <a:lnTo>
                  <a:pt x="936" y="1108"/>
                </a:lnTo>
                <a:lnTo>
                  <a:pt x="919" y="1119"/>
                </a:lnTo>
                <a:lnTo>
                  <a:pt x="900" y="1130"/>
                </a:lnTo>
                <a:lnTo>
                  <a:pt x="882" y="1139"/>
                </a:lnTo>
                <a:lnTo>
                  <a:pt x="864" y="1149"/>
                </a:lnTo>
                <a:lnTo>
                  <a:pt x="845" y="1157"/>
                </a:lnTo>
                <a:lnTo>
                  <a:pt x="826" y="1165"/>
                </a:lnTo>
                <a:lnTo>
                  <a:pt x="806" y="1173"/>
                </a:lnTo>
                <a:lnTo>
                  <a:pt x="787" y="1179"/>
                </a:lnTo>
                <a:lnTo>
                  <a:pt x="767" y="1185"/>
                </a:lnTo>
                <a:lnTo>
                  <a:pt x="747" y="1191"/>
                </a:lnTo>
                <a:lnTo>
                  <a:pt x="727" y="1195"/>
                </a:lnTo>
                <a:lnTo>
                  <a:pt x="706" y="1199"/>
                </a:lnTo>
                <a:lnTo>
                  <a:pt x="685" y="1202"/>
                </a:lnTo>
                <a:lnTo>
                  <a:pt x="664" y="1205"/>
                </a:lnTo>
                <a:lnTo>
                  <a:pt x="643" y="1206"/>
                </a:lnTo>
                <a:lnTo>
                  <a:pt x="643" y="1206"/>
                </a:lnTo>
                <a:close/>
                <a:moveTo>
                  <a:pt x="968" y="804"/>
                </a:moveTo>
                <a:lnTo>
                  <a:pt x="968" y="804"/>
                </a:lnTo>
                <a:lnTo>
                  <a:pt x="985" y="757"/>
                </a:lnTo>
                <a:lnTo>
                  <a:pt x="991" y="736"/>
                </a:lnTo>
                <a:lnTo>
                  <a:pt x="997" y="716"/>
                </a:lnTo>
                <a:lnTo>
                  <a:pt x="1002" y="696"/>
                </a:lnTo>
                <a:lnTo>
                  <a:pt x="1006" y="674"/>
                </a:lnTo>
                <a:lnTo>
                  <a:pt x="1015" y="625"/>
                </a:lnTo>
                <a:lnTo>
                  <a:pt x="1209" y="625"/>
                </a:lnTo>
                <a:lnTo>
                  <a:pt x="1209" y="625"/>
                </a:lnTo>
                <a:lnTo>
                  <a:pt x="1208" y="648"/>
                </a:lnTo>
                <a:lnTo>
                  <a:pt x="1206" y="671"/>
                </a:lnTo>
                <a:lnTo>
                  <a:pt x="1203" y="693"/>
                </a:lnTo>
                <a:lnTo>
                  <a:pt x="1199" y="716"/>
                </a:lnTo>
                <a:lnTo>
                  <a:pt x="1194" y="738"/>
                </a:lnTo>
                <a:lnTo>
                  <a:pt x="1188" y="760"/>
                </a:lnTo>
                <a:lnTo>
                  <a:pt x="1182" y="782"/>
                </a:lnTo>
                <a:lnTo>
                  <a:pt x="1175" y="804"/>
                </a:lnTo>
                <a:lnTo>
                  <a:pt x="968" y="804"/>
                </a:lnTo>
                <a:close/>
                <a:moveTo>
                  <a:pt x="1018" y="587"/>
                </a:moveTo>
                <a:lnTo>
                  <a:pt x="1018" y="587"/>
                </a:lnTo>
                <a:lnTo>
                  <a:pt x="1016" y="562"/>
                </a:lnTo>
                <a:lnTo>
                  <a:pt x="1014" y="538"/>
                </a:lnTo>
                <a:lnTo>
                  <a:pt x="1011" y="513"/>
                </a:lnTo>
                <a:lnTo>
                  <a:pt x="1007" y="489"/>
                </a:lnTo>
                <a:lnTo>
                  <a:pt x="1002" y="466"/>
                </a:lnTo>
                <a:lnTo>
                  <a:pt x="997" y="442"/>
                </a:lnTo>
                <a:lnTo>
                  <a:pt x="990" y="418"/>
                </a:lnTo>
                <a:lnTo>
                  <a:pt x="981" y="394"/>
                </a:lnTo>
                <a:lnTo>
                  <a:pt x="1173" y="394"/>
                </a:lnTo>
                <a:lnTo>
                  <a:pt x="1173" y="394"/>
                </a:lnTo>
                <a:lnTo>
                  <a:pt x="1186" y="442"/>
                </a:lnTo>
                <a:lnTo>
                  <a:pt x="1192" y="466"/>
                </a:lnTo>
                <a:lnTo>
                  <a:pt x="1197" y="490"/>
                </a:lnTo>
                <a:lnTo>
                  <a:pt x="1201" y="513"/>
                </a:lnTo>
                <a:lnTo>
                  <a:pt x="1205" y="537"/>
                </a:lnTo>
                <a:lnTo>
                  <a:pt x="1208" y="562"/>
                </a:lnTo>
                <a:lnTo>
                  <a:pt x="1209" y="587"/>
                </a:lnTo>
                <a:lnTo>
                  <a:pt x="1018" y="587"/>
                </a:lnTo>
                <a:close/>
                <a:moveTo>
                  <a:pt x="965" y="357"/>
                </a:moveTo>
                <a:lnTo>
                  <a:pt x="965" y="357"/>
                </a:lnTo>
                <a:lnTo>
                  <a:pt x="951" y="329"/>
                </a:lnTo>
                <a:lnTo>
                  <a:pt x="936" y="302"/>
                </a:lnTo>
                <a:lnTo>
                  <a:pt x="920" y="276"/>
                </a:lnTo>
                <a:lnTo>
                  <a:pt x="902" y="251"/>
                </a:lnTo>
                <a:lnTo>
                  <a:pt x="884" y="227"/>
                </a:lnTo>
                <a:lnTo>
                  <a:pt x="865" y="203"/>
                </a:lnTo>
                <a:lnTo>
                  <a:pt x="846" y="181"/>
                </a:lnTo>
                <a:lnTo>
                  <a:pt x="826" y="159"/>
                </a:lnTo>
                <a:lnTo>
                  <a:pt x="805" y="137"/>
                </a:lnTo>
                <a:lnTo>
                  <a:pt x="784" y="116"/>
                </a:lnTo>
                <a:lnTo>
                  <a:pt x="762" y="96"/>
                </a:lnTo>
                <a:lnTo>
                  <a:pt x="739" y="76"/>
                </a:lnTo>
                <a:lnTo>
                  <a:pt x="693" y="37"/>
                </a:lnTo>
                <a:lnTo>
                  <a:pt x="645" y="0"/>
                </a:lnTo>
                <a:lnTo>
                  <a:pt x="645" y="0"/>
                </a:lnTo>
                <a:lnTo>
                  <a:pt x="665" y="2"/>
                </a:lnTo>
                <a:lnTo>
                  <a:pt x="685" y="4"/>
                </a:lnTo>
                <a:lnTo>
                  <a:pt x="706" y="8"/>
                </a:lnTo>
                <a:lnTo>
                  <a:pt x="726" y="12"/>
                </a:lnTo>
                <a:lnTo>
                  <a:pt x="745" y="16"/>
                </a:lnTo>
                <a:lnTo>
                  <a:pt x="765" y="22"/>
                </a:lnTo>
                <a:lnTo>
                  <a:pt x="785" y="28"/>
                </a:lnTo>
                <a:lnTo>
                  <a:pt x="804" y="34"/>
                </a:lnTo>
                <a:lnTo>
                  <a:pt x="823" y="42"/>
                </a:lnTo>
                <a:lnTo>
                  <a:pt x="842" y="50"/>
                </a:lnTo>
                <a:lnTo>
                  <a:pt x="860" y="58"/>
                </a:lnTo>
                <a:lnTo>
                  <a:pt x="878" y="67"/>
                </a:lnTo>
                <a:lnTo>
                  <a:pt x="896" y="77"/>
                </a:lnTo>
                <a:lnTo>
                  <a:pt x="915" y="87"/>
                </a:lnTo>
                <a:lnTo>
                  <a:pt x="932" y="98"/>
                </a:lnTo>
                <a:lnTo>
                  <a:pt x="949" y="109"/>
                </a:lnTo>
                <a:lnTo>
                  <a:pt x="966" y="121"/>
                </a:lnTo>
                <a:lnTo>
                  <a:pt x="982" y="133"/>
                </a:lnTo>
                <a:lnTo>
                  <a:pt x="998" y="146"/>
                </a:lnTo>
                <a:lnTo>
                  <a:pt x="1013" y="160"/>
                </a:lnTo>
                <a:lnTo>
                  <a:pt x="1028" y="174"/>
                </a:lnTo>
                <a:lnTo>
                  <a:pt x="1042" y="188"/>
                </a:lnTo>
                <a:lnTo>
                  <a:pt x="1056" y="203"/>
                </a:lnTo>
                <a:lnTo>
                  <a:pt x="1070" y="218"/>
                </a:lnTo>
                <a:lnTo>
                  <a:pt x="1082" y="234"/>
                </a:lnTo>
                <a:lnTo>
                  <a:pt x="1095" y="250"/>
                </a:lnTo>
                <a:lnTo>
                  <a:pt x="1107" y="267"/>
                </a:lnTo>
                <a:lnTo>
                  <a:pt x="1118" y="284"/>
                </a:lnTo>
                <a:lnTo>
                  <a:pt x="1129" y="302"/>
                </a:lnTo>
                <a:lnTo>
                  <a:pt x="1139" y="320"/>
                </a:lnTo>
                <a:lnTo>
                  <a:pt x="1148" y="338"/>
                </a:lnTo>
                <a:lnTo>
                  <a:pt x="1157" y="357"/>
                </a:lnTo>
                <a:lnTo>
                  <a:pt x="965" y="357"/>
                </a:lnTo>
                <a:close/>
                <a:moveTo>
                  <a:pt x="624" y="58"/>
                </a:moveTo>
                <a:lnTo>
                  <a:pt x="624" y="58"/>
                </a:lnTo>
                <a:lnTo>
                  <a:pt x="647" y="96"/>
                </a:lnTo>
                <a:lnTo>
                  <a:pt x="667" y="132"/>
                </a:lnTo>
                <a:lnTo>
                  <a:pt x="684" y="167"/>
                </a:lnTo>
                <a:lnTo>
                  <a:pt x="699" y="201"/>
                </a:lnTo>
                <a:lnTo>
                  <a:pt x="712" y="236"/>
                </a:lnTo>
                <a:lnTo>
                  <a:pt x="724" y="273"/>
                </a:lnTo>
                <a:lnTo>
                  <a:pt x="736" y="314"/>
                </a:lnTo>
                <a:lnTo>
                  <a:pt x="746" y="357"/>
                </a:lnTo>
                <a:lnTo>
                  <a:pt x="624" y="357"/>
                </a:lnTo>
                <a:lnTo>
                  <a:pt x="624" y="58"/>
                </a:lnTo>
                <a:close/>
                <a:moveTo>
                  <a:pt x="754" y="394"/>
                </a:moveTo>
                <a:lnTo>
                  <a:pt x="754" y="394"/>
                </a:lnTo>
                <a:lnTo>
                  <a:pt x="762" y="449"/>
                </a:lnTo>
                <a:lnTo>
                  <a:pt x="765" y="476"/>
                </a:lnTo>
                <a:lnTo>
                  <a:pt x="767" y="504"/>
                </a:lnTo>
                <a:lnTo>
                  <a:pt x="767" y="504"/>
                </a:lnTo>
                <a:lnTo>
                  <a:pt x="768" y="525"/>
                </a:lnTo>
                <a:lnTo>
                  <a:pt x="769" y="546"/>
                </a:lnTo>
                <a:lnTo>
                  <a:pt x="769" y="566"/>
                </a:lnTo>
                <a:lnTo>
                  <a:pt x="770" y="587"/>
                </a:lnTo>
                <a:lnTo>
                  <a:pt x="624" y="587"/>
                </a:lnTo>
                <a:lnTo>
                  <a:pt x="624" y="394"/>
                </a:lnTo>
                <a:lnTo>
                  <a:pt x="754" y="394"/>
                </a:lnTo>
                <a:close/>
                <a:moveTo>
                  <a:pt x="770" y="625"/>
                </a:moveTo>
                <a:lnTo>
                  <a:pt x="770" y="625"/>
                </a:lnTo>
                <a:lnTo>
                  <a:pt x="769" y="647"/>
                </a:lnTo>
                <a:lnTo>
                  <a:pt x="768" y="670"/>
                </a:lnTo>
                <a:lnTo>
                  <a:pt x="765" y="693"/>
                </a:lnTo>
                <a:lnTo>
                  <a:pt x="762" y="715"/>
                </a:lnTo>
                <a:lnTo>
                  <a:pt x="754" y="760"/>
                </a:lnTo>
                <a:lnTo>
                  <a:pt x="745" y="804"/>
                </a:lnTo>
                <a:lnTo>
                  <a:pt x="624" y="804"/>
                </a:lnTo>
                <a:lnTo>
                  <a:pt x="624" y="625"/>
                </a:lnTo>
                <a:lnTo>
                  <a:pt x="770" y="625"/>
                </a:lnTo>
                <a:close/>
                <a:moveTo>
                  <a:pt x="736" y="841"/>
                </a:moveTo>
                <a:lnTo>
                  <a:pt x="736" y="841"/>
                </a:lnTo>
                <a:lnTo>
                  <a:pt x="712" y="918"/>
                </a:lnTo>
                <a:lnTo>
                  <a:pt x="699" y="955"/>
                </a:lnTo>
                <a:lnTo>
                  <a:pt x="686" y="992"/>
                </a:lnTo>
                <a:lnTo>
                  <a:pt x="672" y="1029"/>
                </a:lnTo>
                <a:lnTo>
                  <a:pt x="657" y="1065"/>
                </a:lnTo>
                <a:lnTo>
                  <a:pt x="641" y="1101"/>
                </a:lnTo>
                <a:lnTo>
                  <a:pt x="624" y="1138"/>
                </a:lnTo>
                <a:lnTo>
                  <a:pt x="624" y="841"/>
                </a:lnTo>
                <a:lnTo>
                  <a:pt x="736" y="841"/>
                </a:lnTo>
                <a:close/>
                <a:moveTo>
                  <a:pt x="784" y="357"/>
                </a:moveTo>
                <a:lnTo>
                  <a:pt x="784" y="357"/>
                </a:lnTo>
                <a:lnTo>
                  <a:pt x="775" y="318"/>
                </a:lnTo>
                <a:lnTo>
                  <a:pt x="765" y="279"/>
                </a:lnTo>
                <a:lnTo>
                  <a:pt x="754" y="241"/>
                </a:lnTo>
                <a:lnTo>
                  <a:pt x="741" y="204"/>
                </a:lnTo>
                <a:lnTo>
                  <a:pt x="726" y="167"/>
                </a:lnTo>
                <a:lnTo>
                  <a:pt x="718" y="149"/>
                </a:lnTo>
                <a:lnTo>
                  <a:pt x="709" y="132"/>
                </a:lnTo>
                <a:lnTo>
                  <a:pt x="700" y="114"/>
                </a:lnTo>
                <a:lnTo>
                  <a:pt x="690" y="97"/>
                </a:lnTo>
                <a:lnTo>
                  <a:pt x="680" y="81"/>
                </a:lnTo>
                <a:lnTo>
                  <a:pt x="669" y="65"/>
                </a:lnTo>
                <a:lnTo>
                  <a:pt x="669" y="65"/>
                </a:lnTo>
                <a:lnTo>
                  <a:pt x="688" y="80"/>
                </a:lnTo>
                <a:lnTo>
                  <a:pt x="708" y="95"/>
                </a:lnTo>
                <a:lnTo>
                  <a:pt x="726" y="111"/>
                </a:lnTo>
                <a:lnTo>
                  <a:pt x="744" y="127"/>
                </a:lnTo>
                <a:lnTo>
                  <a:pt x="762" y="144"/>
                </a:lnTo>
                <a:lnTo>
                  <a:pt x="779" y="161"/>
                </a:lnTo>
                <a:lnTo>
                  <a:pt x="795" y="178"/>
                </a:lnTo>
                <a:lnTo>
                  <a:pt x="811" y="196"/>
                </a:lnTo>
                <a:lnTo>
                  <a:pt x="827" y="214"/>
                </a:lnTo>
                <a:lnTo>
                  <a:pt x="842" y="233"/>
                </a:lnTo>
                <a:lnTo>
                  <a:pt x="856" y="252"/>
                </a:lnTo>
                <a:lnTo>
                  <a:pt x="870" y="272"/>
                </a:lnTo>
                <a:lnTo>
                  <a:pt x="884" y="292"/>
                </a:lnTo>
                <a:lnTo>
                  <a:pt x="897" y="313"/>
                </a:lnTo>
                <a:lnTo>
                  <a:pt x="910" y="335"/>
                </a:lnTo>
                <a:lnTo>
                  <a:pt x="923" y="357"/>
                </a:lnTo>
                <a:lnTo>
                  <a:pt x="784" y="357"/>
                </a:lnTo>
                <a:close/>
                <a:moveTo>
                  <a:pt x="790" y="394"/>
                </a:moveTo>
                <a:lnTo>
                  <a:pt x="790" y="394"/>
                </a:lnTo>
                <a:lnTo>
                  <a:pt x="797" y="443"/>
                </a:lnTo>
                <a:lnTo>
                  <a:pt x="801" y="491"/>
                </a:lnTo>
                <a:lnTo>
                  <a:pt x="805" y="539"/>
                </a:lnTo>
                <a:lnTo>
                  <a:pt x="807" y="587"/>
                </a:lnTo>
                <a:lnTo>
                  <a:pt x="982" y="587"/>
                </a:lnTo>
                <a:lnTo>
                  <a:pt x="982" y="587"/>
                </a:lnTo>
                <a:lnTo>
                  <a:pt x="981" y="561"/>
                </a:lnTo>
                <a:lnTo>
                  <a:pt x="978" y="536"/>
                </a:lnTo>
                <a:lnTo>
                  <a:pt x="974" y="512"/>
                </a:lnTo>
                <a:lnTo>
                  <a:pt x="969" y="489"/>
                </a:lnTo>
                <a:lnTo>
                  <a:pt x="963" y="466"/>
                </a:lnTo>
                <a:lnTo>
                  <a:pt x="956" y="443"/>
                </a:lnTo>
                <a:lnTo>
                  <a:pt x="940" y="394"/>
                </a:lnTo>
                <a:lnTo>
                  <a:pt x="790" y="394"/>
                </a:lnTo>
                <a:close/>
                <a:moveTo>
                  <a:pt x="807" y="625"/>
                </a:moveTo>
                <a:lnTo>
                  <a:pt x="807" y="625"/>
                </a:lnTo>
                <a:lnTo>
                  <a:pt x="806" y="648"/>
                </a:lnTo>
                <a:lnTo>
                  <a:pt x="804" y="670"/>
                </a:lnTo>
                <a:lnTo>
                  <a:pt x="801" y="693"/>
                </a:lnTo>
                <a:lnTo>
                  <a:pt x="798" y="715"/>
                </a:lnTo>
                <a:lnTo>
                  <a:pt x="791" y="759"/>
                </a:lnTo>
                <a:lnTo>
                  <a:pt x="784" y="804"/>
                </a:lnTo>
                <a:lnTo>
                  <a:pt x="930" y="804"/>
                </a:lnTo>
                <a:lnTo>
                  <a:pt x="930" y="804"/>
                </a:lnTo>
                <a:lnTo>
                  <a:pt x="939" y="781"/>
                </a:lnTo>
                <a:lnTo>
                  <a:pt x="948" y="759"/>
                </a:lnTo>
                <a:lnTo>
                  <a:pt x="955" y="737"/>
                </a:lnTo>
                <a:lnTo>
                  <a:pt x="961" y="716"/>
                </a:lnTo>
                <a:lnTo>
                  <a:pt x="967" y="695"/>
                </a:lnTo>
                <a:lnTo>
                  <a:pt x="972" y="672"/>
                </a:lnTo>
                <a:lnTo>
                  <a:pt x="980" y="625"/>
                </a:lnTo>
                <a:lnTo>
                  <a:pt x="807" y="625"/>
                </a:lnTo>
                <a:close/>
                <a:moveTo>
                  <a:pt x="774" y="841"/>
                </a:moveTo>
                <a:lnTo>
                  <a:pt x="774" y="841"/>
                </a:lnTo>
                <a:lnTo>
                  <a:pt x="763" y="881"/>
                </a:lnTo>
                <a:lnTo>
                  <a:pt x="751" y="921"/>
                </a:lnTo>
                <a:lnTo>
                  <a:pt x="738" y="960"/>
                </a:lnTo>
                <a:lnTo>
                  <a:pt x="723" y="998"/>
                </a:lnTo>
                <a:lnTo>
                  <a:pt x="708" y="1035"/>
                </a:lnTo>
                <a:lnTo>
                  <a:pt x="691" y="1073"/>
                </a:lnTo>
                <a:lnTo>
                  <a:pt x="674" y="1110"/>
                </a:lnTo>
                <a:lnTo>
                  <a:pt x="656" y="1147"/>
                </a:lnTo>
                <a:lnTo>
                  <a:pt x="656" y="1147"/>
                </a:lnTo>
                <a:lnTo>
                  <a:pt x="693" y="1114"/>
                </a:lnTo>
                <a:lnTo>
                  <a:pt x="729" y="1079"/>
                </a:lnTo>
                <a:lnTo>
                  <a:pt x="764" y="1043"/>
                </a:lnTo>
                <a:lnTo>
                  <a:pt x="796" y="1006"/>
                </a:lnTo>
                <a:lnTo>
                  <a:pt x="827" y="967"/>
                </a:lnTo>
                <a:lnTo>
                  <a:pt x="857" y="926"/>
                </a:lnTo>
                <a:lnTo>
                  <a:pt x="884" y="884"/>
                </a:lnTo>
                <a:lnTo>
                  <a:pt x="910" y="841"/>
                </a:lnTo>
                <a:lnTo>
                  <a:pt x="774" y="841"/>
                </a:lnTo>
                <a:close/>
                <a:moveTo>
                  <a:pt x="436" y="841"/>
                </a:moveTo>
                <a:lnTo>
                  <a:pt x="436" y="841"/>
                </a:lnTo>
                <a:lnTo>
                  <a:pt x="446" y="880"/>
                </a:lnTo>
                <a:lnTo>
                  <a:pt x="457" y="920"/>
                </a:lnTo>
                <a:lnTo>
                  <a:pt x="470" y="959"/>
                </a:lnTo>
                <a:lnTo>
                  <a:pt x="484" y="998"/>
                </a:lnTo>
                <a:lnTo>
                  <a:pt x="500" y="1037"/>
                </a:lnTo>
                <a:lnTo>
                  <a:pt x="517" y="1075"/>
                </a:lnTo>
                <a:lnTo>
                  <a:pt x="535" y="1112"/>
                </a:lnTo>
                <a:lnTo>
                  <a:pt x="554" y="1147"/>
                </a:lnTo>
                <a:lnTo>
                  <a:pt x="554" y="1147"/>
                </a:lnTo>
                <a:lnTo>
                  <a:pt x="536" y="1132"/>
                </a:lnTo>
                <a:lnTo>
                  <a:pt x="518" y="1117"/>
                </a:lnTo>
                <a:lnTo>
                  <a:pt x="500" y="1100"/>
                </a:lnTo>
                <a:lnTo>
                  <a:pt x="482" y="1083"/>
                </a:lnTo>
                <a:lnTo>
                  <a:pt x="464" y="1064"/>
                </a:lnTo>
                <a:lnTo>
                  <a:pt x="447" y="1045"/>
                </a:lnTo>
                <a:lnTo>
                  <a:pt x="413" y="1006"/>
                </a:lnTo>
                <a:lnTo>
                  <a:pt x="381" y="965"/>
                </a:lnTo>
                <a:lnTo>
                  <a:pt x="351" y="924"/>
                </a:lnTo>
                <a:lnTo>
                  <a:pt x="337" y="902"/>
                </a:lnTo>
                <a:lnTo>
                  <a:pt x="324" y="882"/>
                </a:lnTo>
                <a:lnTo>
                  <a:pt x="312" y="861"/>
                </a:lnTo>
                <a:lnTo>
                  <a:pt x="300" y="841"/>
                </a:lnTo>
                <a:lnTo>
                  <a:pt x="436" y="841"/>
                </a:lnTo>
                <a:close/>
              </a:path>
            </a:pathLst>
          </a:cu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87415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Text Master (one or two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 hasCustomPrompt="1"/>
          </p:nvPr>
        </p:nvSpPr>
        <p:spPr bwMode="grayWhite">
          <a:xfrm>
            <a:off x="5181600" y="228600"/>
            <a:ext cx="6553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57200" y="1368552"/>
            <a:ext cx="11277599" cy="4803648"/>
          </a:xfrm>
        </p:spPr>
        <p:txBody>
          <a:bodyPr/>
          <a:lstStyle>
            <a:lvl1pPr>
              <a:buClr>
                <a:srgbClr val="8A1B6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8A1B6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8A1B6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8A1B6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8A1B6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355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4"/>
          <p:cNvSpPr>
            <a:spLocks noChangeArrowheads="1"/>
          </p:cNvSpPr>
          <p:nvPr userDrawn="1"/>
        </p:nvSpPr>
        <p:spPr bwMode="auto">
          <a:xfrm>
            <a:off x="0" y="6400800"/>
            <a:ext cx="12192000" cy="457200"/>
          </a:xfrm>
          <a:prstGeom prst="rect">
            <a:avLst/>
          </a:prstGeom>
          <a:gradFill flip="none" rotWithShape="1">
            <a:gsLst>
              <a:gs pos="100000">
                <a:srgbClr val="0085CF"/>
              </a:gs>
              <a:gs pos="60000">
                <a:srgbClr val="003E74"/>
              </a:gs>
              <a:gs pos="20000">
                <a:schemeClr val="bg1"/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800">
              <a:latin typeface="Arial"/>
              <a:ea typeface="黑体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533400"/>
            <a:ext cx="109728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Insert Title</a:t>
            </a:r>
            <a:endParaRPr lang="zh-CN" altLang="en-US" dirty="0"/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828800"/>
            <a:ext cx="109728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to insert text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  <a:endParaRPr lang="zh-CN" altLang="en-US"/>
          </a:p>
        </p:txBody>
      </p:sp>
      <p:sp>
        <p:nvSpPr>
          <p:cNvPr id="18" name="Rectangle 5"/>
          <p:cNvSpPr>
            <a:spLocks noChangeArrowheads="1"/>
          </p:cNvSpPr>
          <p:nvPr userDrawn="1"/>
        </p:nvSpPr>
        <p:spPr bwMode="auto">
          <a:xfrm>
            <a:off x="11483833" y="-1588"/>
            <a:ext cx="345303" cy="280376"/>
          </a:xfrm>
          <a:prstGeom prst="rect">
            <a:avLst/>
          </a:prstGeom>
          <a:solidFill>
            <a:srgbClr val="8B8078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4782" tIns="47392" rIns="94782" bIns="47392">
            <a:spAutoFit/>
          </a:bodyPr>
          <a:lstStyle/>
          <a:p>
            <a:pPr algn="ctr" defTabSz="941388" eaLnBrk="0" hangingPunct="0">
              <a:defRPr/>
            </a:pPr>
            <a:fld id="{10813042-0A4C-49D6-AB12-6317748E45CA}" type="slidenum">
              <a:rPr lang="en-US" altLang="zh-CN" sz="1200" smtClean="0">
                <a:solidFill>
                  <a:schemeClr val="bg1"/>
                </a:solidFill>
                <a:latin typeface="Arial Narrow"/>
                <a:ea typeface="黑体"/>
              </a:rPr>
              <a:pPr algn="ctr" defTabSz="941388" eaLnBrk="0" hangingPunct="0">
                <a:defRPr/>
              </a:pPr>
              <a:t>‹#›</a:t>
            </a:fld>
            <a:endParaRPr lang="zh-CN" altLang="en-US" sz="1200" dirty="0">
              <a:solidFill>
                <a:schemeClr val="bg1"/>
              </a:solidFill>
              <a:latin typeface="Arial Narrow"/>
              <a:ea typeface="黑体"/>
            </a:endParaRPr>
          </a:p>
        </p:txBody>
      </p:sp>
      <p:sp>
        <p:nvSpPr>
          <p:cNvPr id="26" name="Rectangle 4"/>
          <p:cNvSpPr>
            <a:spLocks noChangeArrowheads="1"/>
          </p:cNvSpPr>
          <p:nvPr userDrawn="1"/>
        </p:nvSpPr>
        <p:spPr bwMode="auto">
          <a:xfrm>
            <a:off x="3086100" y="6505578"/>
            <a:ext cx="5994400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r" eaLnBrk="0" hangingPunct="0">
              <a:defRPr/>
            </a:pPr>
            <a:r>
              <a:rPr lang="en-US" altLang="zh-CN" sz="1000">
                <a:solidFill>
                  <a:schemeClr val="bg1"/>
                </a:solidFill>
                <a:latin typeface="Arial Narrow"/>
                <a:ea typeface="黑体"/>
              </a:rPr>
              <a:t>© Development Dimensions International, Inc., 2016. All rights reserved.</a:t>
            </a:r>
            <a:endParaRPr lang="zh-CN" altLang="en-US" sz="1000" dirty="0">
              <a:solidFill>
                <a:schemeClr val="bg1"/>
              </a:solidFill>
              <a:latin typeface="Arial Narrow"/>
              <a:ea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338856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4" r:id="rId22"/>
    <p:sldLayoutId id="2147483685" r:id="rId23"/>
    <p:sldLayoutId id="2147483686" r:id="rId24"/>
    <p:sldLayoutId id="2147483688" r:id="rId25"/>
  </p:sldLayoutIdLst>
  <p:txStyles>
    <p:titleStyle>
      <a:lvl1pPr algn="l" rtl="0" fontAlgn="base">
        <a:lnSpc>
          <a:spcPts val="4200"/>
        </a:lnSpc>
        <a:spcBef>
          <a:spcPct val="0"/>
        </a:spcBef>
        <a:spcAft>
          <a:spcPct val="0"/>
        </a:spcAft>
        <a:defRPr sz="4200" kern="1200">
          <a:solidFill>
            <a:srgbClr val="0085CF"/>
          </a:solidFill>
          <a:latin typeface="Arial Narrow" panose="020B0606020202030204" pitchFamily="34" charset="0"/>
          <a:ea typeface="+mj-ea"/>
          <a:cs typeface="Times New Roman" pitchFamily="18" charset="0"/>
        </a:defRPr>
      </a:lvl1pPr>
      <a:lvl2pPr algn="l" rtl="0" fontAlgn="base">
        <a:lnSpc>
          <a:spcPts val="4200"/>
        </a:lnSpc>
        <a:spcBef>
          <a:spcPct val="0"/>
        </a:spcBef>
        <a:spcAft>
          <a:spcPct val="0"/>
        </a:spcAft>
        <a:defRPr sz="4200">
          <a:solidFill>
            <a:srgbClr val="0085CF"/>
          </a:solidFill>
          <a:latin typeface="Arial Narrow" pitchFamily="34" charset="0"/>
          <a:cs typeface="Times New Roman" pitchFamily="18" charset="0"/>
        </a:defRPr>
      </a:lvl2pPr>
      <a:lvl3pPr algn="l" rtl="0" fontAlgn="base">
        <a:lnSpc>
          <a:spcPts val="4200"/>
        </a:lnSpc>
        <a:spcBef>
          <a:spcPct val="0"/>
        </a:spcBef>
        <a:spcAft>
          <a:spcPct val="0"/>
        </a:spcAft>
        <a:defRPr sz="4200">
          <a:solidFill>
            <a:srgbClr val="0085CF"/>
          </a:solidFill>
          <a:latin typeface="Arial Narrow" pitchFamily="34" charset="0"/>
          <a:cs typeface="Times New Roman" pitchFamily="18" charset="0"/>
        </a:defRPr>
      </a:lvl3pPr>
      <a:lvl4pPr algn="l" rtl="0" fontAlgn="base">
        <a:lnSpc>
          <a:spcPts val="4200"/>
        </a:lnSpc>
        <a:spcBef>
          <a:spcPct val="0"/>
        </a:spcBef>
        <a:spcAft>
          <a:spcPct val="0"/>
        </a:spcAft>
        <a:defRPr sz="4200">
          <a:solidFill>
            <a:srgbClr val="0085CF"/>
          </a:solidFill>
          <a:latin typeface="Arial Narrow" pitchFamily="34" charset="0"/>
          <a:cs typeface="Times New Roman" pitchFamily="18" charset="0"/>
        </a:defRPr>
      </a:lvl4pPr>
      <a:lvl5pPr algn="l" rtl="0" fontAlgn="base">
        <a:lnSpc>
          <a:spcPts val="4200"/>
        </a:lnSpc>
        <a:spcBef>
          <a:spcPct val="0"/>
        </a:spcBef>
        <a:spcAft>
          <a:spcPct val="0"/>
        </a:spcAft>
        <a:defRPr sz="4200">
          <a:solidFill>
            <a:srgbClr val="0085CF"/>
          </a:solidFill>
          <a:latin typeface="Arial Narrow" pitchFamily="34" charset="0"/>
          <a:cs typeface="Times New Roman" pitchFamily="18" charset="0"/>
        </a:defRPr>
      </a:lvl5pPr>
      <a:lvl6pPr marL="457200" algn="l" rtl="0" fontAlgn="base">
        <a:lnSpc>
          <a:spcPts val="4200"/>
        </a:lnSpc>
        <a:spcBef>
          <a:spcPct val="0"/>
        </a:spcBef>
        <a:spcAft>
          <a:spcPct val="0"/>
        </a:spcAft>
        <a:defRPr sz="4200">
          <a:solidFill>
            <a:srgbClr val="0085CF"/>
          </a:solidFill>
          <a:latin typeface="Arial Narrow" pitchFamily="34" charset="0"/>
          <a:cs typeface="Times New Roman" pitchFamily="18" charset="0"/>
        </a:defRPr>
      </a:lvl6pPr>
      <a:lvl7pPr marL="914400" algn="l" rtl="0" fontAlgn="base">
        <a:lnSpc>
          <a:spcPts val="4200"/>
        </a:lnSpc>
        <a:spcBef>
          <a:spcPct val="0"/>
        </a:spcBef>
        <a:spcAft>
          <a:spcPct val="0"/>
        </a:spcAft>
        <a:defRPr sz="4200">
          <a:solidFill>
            <a:srgbClr val="0085CF"/>
          </a:solidFill>
          <a:latin typeface="Arial Narrow" pitchFamily="34" charset="0"/>
          <a:cs typeface="Times New Roman" pitchFamily="18" charset="0"/>
        </a:defRPr>
      </a:lvl7pPr>
      <a:lvl8pPr marL="1371600" algn="l" rtl="0" fontAlgn="base">
        <a:lnSpc>
          <a:spcPts val="4200"/>
        </a:lnSpc>
        <a:spcBef>
          <a:spcPct val="0"/>
        </a:spcBef>
        <a:spcAft>
          <a:spcPct val="0"/>
        </a:spcAft>
        <a:defRPr sz="4200">
          <a:solidFill>
            <a:srgbClr val="0085CF"/>
          </a:solidFill>
          <a:latin typeface="Arial Narrow" pitchFamily="34" charset="0"/>
          <a:cs typeface="Times New Roman" pitchFamily="18" charset="0"/>
        </a:defRPr>
      </a:lvl8pPr>
      <a:lvl9pPr marL="1828800" algn="l" rtl="0" fontAlgn="base">
        <a:lnSpc>
          <a:spcPts val="4200"/>
        </a:lnSpc>
        <a:spcBef>
          <a:spcPct val="0"/>
        </a:spcBef>
        <a:spcAft>
          <a:spcPct val="0"/>
        </a:spcAft>
        <a:defRPr sz="4200">
          <a:solidFill>
            <a:srgbClr val="0085CF"/>
          </a:solidFill>
          <a:latin typeface="Arial Narrow" pitchFamily="34" charset="0"/>
          <a:cs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6D1A42"/>
        </a:buClr>
        <a:buFont typeface="Arial" charset="0"/>
        <a:buChar char="•"/>
        <a:defRPr sz="3200" kern="1200">
          <a:solidFill>
            <a:srgbClr val="685C53"/>
          </a:solidFill>
          <a:latin typeface="Trebuchet MS" panose="020B0603020202020204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6A8012"/>
        </a:buClr>
        <a:buSzPct val="100000"/>
        <a:buFont typeface="Arial" charset="0"/>
        <a:buChar char="–"/>
        <a:defRPr sz="2800" kern="1200">
          <a:solidFill>
            <a:srgbClr val="685C53"/>
          </a:solidFill>
          <a:latin typeface="Trebuchet MS" panose="020B0603020202020204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6D1A42"/>
        </a:buClr>
        <a:buFont typeface="Arial" charset="0"/>
        <a:buChar char="•"/>
        <a:defRPr sz="2400" kern="1200">
          <a:solidFill>
            <a:srgbClr val="685C53"/>
          </a:solidFill>
          <a:latin typeface="Trebuchet MS" panose="020B0603020202020204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6A8012"/>
        </a:buClr>
        <a:buFont typeface="Arial" charset="0"/>
        <a:buChar char="–"/>
        <a:defRPr sz="2000" kern="1200">
          <a:solidFill>
            <a:srgbClr val="685C53"/>
          </a:solidFill>
          <a:latin typeface="Trebuchet MS" panose="020B0603020202020204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rgbClr val="685C53"/>
          </a:solidFill>
          <a:latin typeface="Myriad Pro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13399AF8-88DE-9D12-B62A-5D6828469A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B39FE443-4DA4-7700-9F36-5A27FA257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课程目标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36526BCE-525C-9E94-6E4C-BF7DFC0D49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了解从基层领导者和运营领导者角色转换的挑战，并系统性理解运营领导者角色及要务。</a:t>
            </a:r>
            <a:endParaRPr lang="en-US" altLang="zh-CN" dirty="0"/>
          </a:p>
          <a:p>
            <a:r>
              <a:rPr lang="zh-CN" altLang="en-US" dirty="0"/>
              <a:t>结合 </a:t>
            </a:r>
            <a:r>
              <a:rPr lang="en-US" altLang="zh-CN" dirty="0"/>
              <a:t>GBMAX</a:t>
            </a:r>
            <a:r>
              <a:rPr lang="zh-CN" altLang="en-US" dirty="0"/>
              <a:t> 业务挑战，思考</a:t>
            </a:r>
            <a:r>
              <a:rPr lang="en-US" altLang="zh-CN" dirty="0"/>
              <a:t>OM</a:t>
            </a:r>
            <a:r>
              <a:rPr lang="zh-CN" altLang="en-US" dirty="0"/>
              <a:t>角色重中之中，并结合实际案例，反思并重塑对</a:t>
            </a:r>
            <a:r>
              <a:rPr lang="en-US" altLang="zh-CN" dirty="0"/>
              <a:t>OM</a:t>
            </a:r>
            <a:r>
              <a:rPr lang="zh-CN" altLang="en-US" dirty="0"/>
              <a:t>角色的理解。</a:t>
            </a:r>
            <a:endParaRPr lang="en-US" altLang="zh-CN" dirty="0"/>
          </a:p>
          <a:p>
            <a:r>
              <a:rPr lang="zh-CN" altLang="en-US" dirty="0"/>
              <a:t>洞察自我与角色之间的异同，助力自我发展，升级你的领导力品牌。</a:t>
            </a:r>
          </a:p>
        </p:txBody>
      </p:sp>
    </p:spTree>
    <p:extLst>
      <p:ext uri="{BB962C8B-B14F-4D97-AF65-F5344CB8AC3E}">
        <p14:creationId xmlns:p14="http://schemas.microsoft.com/office/powerpoint/2010/main" val="557597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19F9212-416D-4EF9-8584-9591801C07DE}"/>
              </a:ext>
            </a:extLst>
          </p:cNvPr>
          <p:cNvPicPr/>
          <p:nvPr/>
        </p:nvPicPr>
        <p:blipFill rotWithShape="1">
          <a:blip r:embed="rId3"/>
          <a:srcRect l="15741" t="10909" r="14699" b="59317"/>
          <a:stretch/>
        </p:blipFill>
        <p:spPr bwMode="auto">
          <a:xfrm>
            <a:off x="1265123" y="2223297"/>
            <a:ext cx="5939064" cy="3657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01828" name="Rectangle 4"/>
          <p:cNvSpPr>
            <a:spLocks noChangeArrowheads="1"/>
          </p:cNvSpPr>
          <p:nvPr/>
        </p:nvSpPr>
        <p:spPr bwMode="auto">
          <a:xfrm>
            <a:off x="6781800" y="2660729"/>
            <a:ext cx="3413372" cy="1671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34950" indent="-234950" eaLnBrk="0" hangingPunct="0">
              <a:lnSpc>
                <a:spcPct val="95000"/>
              </a:lnSpc>
              <a:spcBef>
                <a:spcPct val="25000"/>
              </a:spcBef>
              <a:buClr>
                <a:srgbClr val="233769"/>
              </a:buClr>
              <a:buSzPct val="80000"/>
              <a:buChar char="•"/>
              <a:defRPr sz="31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lnSpc>
                <a:spcPct val="95000"/>
              </a:lnSpc>
              <a:spcBef>
                <a:spcPct val="25000"/>
              </a:spcBef>
              <a:buClr>
                <a:srgbClr val="233769"/>
              </a:buClr>
              <a:buSzPct val="80000"/>
              <a:buChar char="–"/>
              <a:defRPr sz="27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lnSpc>
                <a:spcPct val="95000"/>
              </a:lnSpc>
              <a:spcBef>
                <a:spcPct val="25000"/>
              </a:spcBef>
              <a:buClr>
                <a:srgbClr val="233769"/>
              </a:buClr>
              <a:buSzPct val="80000"/>
              <a:buChar char="•"/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lnSpc>
                <a:spcPct val="95000"/>
              </a:lnSpc>
              <a:spcBef>
                <a:spcPct val="25000"/>
              </a:spcBef>
              <a:buClr>
                <a:srgbClr val="233769"/>
              </a:buClr>
              <a:buSzPct val="80000"/>
              <a:buChar char="–"/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lnSpc>
                <a:spcPct val="95000"/>
              </a:lnSpc>
              <a:spcBef>
                <a:spcPct val="25000"/>
              </a:spcBef>
              <a:buClr>
                <a:srgbClr val="233769"/>
              </a:buClr>
              <a:buSzPct val="80000"/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rgbClr val="233769"/>
              </a:buClr>
              <a:buSzPct val="80000"/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rgbClr val="233769"/>
              </a:buClr>
              <a:buSzPct val="80000"/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rgbClr val="233769"/>
              </a:buClr>
              <a:buSzPct val="80000"/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rgbClr val="233769"/>
              </a:buClr>
              <a:buSzPct val="80000"/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34950" marR="0" lvl="0" indent="-234950" algn="l" defTabSz="914400" rtl="0" eaLnBrk="1" fontAlgn="base" latinLnBrk="0" hangingPunct="1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prstClr val="black"/>
              </a:buClr>
              <a:buSzPct val="80000"/>
              <a:buFontTx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管理多个团队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34950" marR="0" lvl="0" indent="-234950" algn="l" defTabSz="914400" rtl="0" eaLnBrk="1" fontAlgn="base" latinLnBrk="0" hangingPunct="1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prstClr val="black"/>
              </a:buClr>
              <a:buSzPct val="80000"/>
              <a:buFontTx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倚重下属专业度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34950" marR="0" lvl="0" indent="-234950" algn="l" defTabSz="914400" rtl="0" eaLnBrk="1" fontAlgn="base" latinLnBrk="0" hangingPunct="1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prstClr val="black"/>
              </a:buClr>
              <a:buSzPct val="80000"/>
              <a:buFontTx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减少日常运营事务参与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34950" marR="0" lvl="0" indent="-234950" algn="l" defTabSz="914400" rtl="0" eaLnBrk="1" fontAlgn="base" latinLnBrk="0" hangingPunct="1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prstClr val="black"/>
              </a:buClr>
              <a:buSzPct val="80000"/>
              <a:buFontTx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确保跨部门沟通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34950" marR="0" lvl="0" indent="-234950" algn="l" defTabSz="914400" rtl="0" eaLnBrk="1" fontAlgn="base" latinLnBrk="0" hangingPunct="1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prstClr val="black"/>
              </a:buClr>
              <a:buSzPct val="80000"/>
              <a:buFontTx/>
              <a:buChar char="•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7418" name="AutoShape 10"/>
          <p:cNvSpPr>
            <a:spLocks noChangeArrowheads="1"/>
          </p:cNvSpPr>
          <p:nvPr/>
        </p:nvSpPr>
        <p:spPr bwMode="ltGray">
          <a:xfrm rot="10800000">
            <a:off x="3257550" y="3804725"/>
            <a:ext cx="1954212" cy="512207"/>
          </a:xfrm>
          <a:custGeom>
            <a:avLst/>
            <a:gdLst>
              <a:gd name="T0" fmla="*/ 2147483647 w 21600"/>
              <a:gd name="T1" fmla="*/ 13343330 h 21600"/>
              <a:gd name="T2" fmla="*/ 2147483647 w 21600"/>
              <a:gd name="T3" fmla="*/ 26686541 h 21600"/>
              <a:gd name="T4" fmla="*/ 933094160 w 21600"/>
              <a:gd name="T5" fmla="*/ 1334333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060 w 21600"/>
              <a:gd name="T13" fmla="*/ 3060 h 21600"/>
              <a:gd name="T14" fmla="*/ 18540 w 21600"/>
              <a:gd name="T15" fmla="*/ 1854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519" y="21600"/>
                </a:lnTo>
                <a:lnTo>
                  <a:pt x="19081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rgbClr val="F49100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宋体" charset="-122"/>
              <a:cs typeface="+mn-cs"/>
            </a:endParaRPr>
          </a:p>
        </p:txBody>
      </p:sp>
      <p:sp>
        <p:nvSpPr>
          <p:cNvPr id="37895" name="AutoShape 7"/>
          <p:cNvSpPr>
            <a:spLocks noChangeArrowheads="1"/>
          </p:cNvSpPr>
          <p:nvPr/>
        </p:nvSpPr>
        <p:spPr bwMode="auto">
          <a:xfrm>
            <a:off x="4194175" y="3639412"/>
            <a:ext cx="366960" cy="825371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lnSpc>
                <a:spcPct val="95000"/>
              </a:lnSpc>
              <a:spcBef>
                <a:spcPct val="25000"/>
              </a:spcBef>
              <a:buClr>
                <a:srgbClr val="233769"/>
              </a:buClr>
              <a:buSzPct val="80000"/>
              <a:buChar char="•"/>
              <a:defRPr sz="31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lnSpc>
                <a:spcPct val="95000"/>
              </a:lnSpc>
              <a:spcBef>
                <a:spcPct val="25000"/>
              </a:spcBef>
              <a:buClr>
                <a:srgbClr val="233769"/>
              </a:buClr>
              <a:buSzPct val="80000"/>
              <a:buChar char="–"/>
              <a:defRPr sz="27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lnSpc>
                <a:spcPct val="95000"/>
              </a:lnSpc>
              <a:spcBef>
                <a:spcPct val="25000"/>
              </a:spcBef>
              <a:buClr>
                <a:srgbClr val="233769"/>
              </a:buClr>
              <a:buSzPct val="80000"/>
              <a:buChar char="•"/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lnSpc>
                <a:spcPct val="95000"/>
              </a:lnSpc>
              <a:spcBef>
                <a:spcPct val="25000"/>
              </a:spcBef>
              <a:buClr>
                <a:srgbClr val="233769"/>
              </a:buClr>
              <a:buSzPct val="80000"/>
              <a:buChar char="–"/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lnSpc>
                <a:spcPct val="95000"/>
              </a:lnSpc>
              <a:spcBef>
                <a:spcPct val="25000"/>
              </a:spcBef>
              <a:buClr>
                <a:srgbClr val="233769"/>
              </a:buClr>
              <a:buSzPct val="80000"/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rgbClr val="233769"/>
              </a:buClr>
              <a:buSzPct val="80000"/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rgbClr val="233769"/>
              </a:buClr>
              <a:buSzPct val="80000"/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rgbClr val="233769"/>
              </a:buClr>
              <a:buSzPct val="80000"/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rgbClr val="233769"/>
              </a:buClr>
              <a:buSzPct val="80000"/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宋体" charset="-122"/>
              <a:cs typeface="+mn-cs"/>
            </a:endParaRP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9B3691FF-9054-495A-B468-4D26D3CCA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2273" y="1098524"/>
            <a:ext cx="4657725" cy="501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95000"/>
              </a:lnSpc>
              <a:spcBef>
                <a:spcPct val="25000"/>
              </a:spcBef>
              <a:buClr>
                <a:srgbClr val="233769"/>
              </a:buClr>
              <a:buSzPct val="80000"/>
              <a:buChar char="•"/>
              <a:defRPr sz="31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lnSpc>
                <a:spcPct val="95000"/>
              </a:lnSpc>
              <a:spcBef>
                <a:spcPct val="25000"/>
              </a:spcBef>
              <a:buClr>
                <a:srgbClr val="233769"/>
              </a:buClr>
              <a:buSzPct val="80000"/>
              <a:buChar char="–"/>
              <a:defRPr sz="27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lnSpc>
                <a:spcPct val="95000"/>
              </a:lnSpc>
              <a:spcBef>
                <a:spcPct val="25000"/>
              </a:spcBef>
              <a:buClr>
                <a:srgbClr val="233769"/>
              </a:buClr>
              <a:buSzPct val="80000"/>
              <a:buChar char="•"/>
              <a:defRPr sz="25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lnSpc>
                <a:spcPct val="95000"/>
              </a:lnSpc>
              <a:spcBef>
                <a:spcPct val="25000"/>
              </a:spcBef>
              <a:buClr>
                <a:srgbClr val="233769"/>
              </a:buClr>
              <a:buSzPct val="80000"/>
              <a:buChar char="–"/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lnSpc>
                <a:spcPct val="95000"/>
              </a:lnSpc>
              <a:spcBef>
                <a:spcPct val="25000"/>
              </a:spcBef>
              <a:buClr>
                <a:srgbClr val="233769"/>
              </a:buClr>
              <a:buSzPct val="80000"/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rgbClr val="233769"/>
              </a:buClr>
              <a:buSzPct val="80000"/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rgbClr val="233769"/>
              </a:buClr>
              <a:buSzPct val="80000"/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rgbClr val="233769"/>
              </a:buClr>
              <a:buSzPct val="80000"/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rgbClr val="233769"/>
              </a:buClr>
              <a:buSzPct val="80000"/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FC0128"/>
              </a:buClr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基层领导者到运营领导者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75000"/>
                </a:srgb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B01BC2-E78A-C9B0-7FF5-DCD3718F6253}"/>
              </a:ext>
            </a:extLst>
          </p:cNvPr>
          <p:cNvSpPr/>
          <p:nvPr/>
        </p:nvSpPr>
        <p:spPr>
          <a:xfrm>
            <a:off x="1470025" y="4540805"/>
            <a:ext cx="5448300" cy="9048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删去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A34189-4172-3F2F-40ED-959080F5FF23}"/>
              </a:ext>
            </a:extLst>
          </p:cNvPr>
          <p:cNvSpPr/>
          <p:nvPr/>
        </p:nvSpPr>
        <p:spPr>
          <a:xfrm>
            <a:off x="4642769" y="3976712"/>
            <a:ext cx="1521494" cy="41414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添加文字“基层领导者”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4080C8C-74BE-B93A-EE00-7636942EBBE2}"/>
              </a:ext>
            </a:extLst>
          </p:cNvPr>
          <p:cNvSpPr/>
          <p:nvPr/>
        </p:nvSpPr>
        <p:spPr>
          <a:xfrm>
            <a:off x="552450" y="1132297"/>
            <a:ext cx="1143000" cy="101602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4662206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1828" grpId="0"/>
      <p:bldP spid="174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0B6B62-C989-1292-AF8B-91CAD4570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3400"/>
            <a:ext cx="10636665" cy="611736"/>
          </a:xfrm>
        </p:spPr>
        <p:txBody>
          <a:bodyPr/>
          <a:lstStyle/>
          <a:p>
            <a:r>
              <a:rPr lang="zh-CN" altLang="en-US" sz="3200" dirty="0"/>
              <a:t>案例二：区域经理就是要解决店经理没法解决的问题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569FE0D-5C42-60E2-541A-5A6BDCE9AA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FFFEE44-AB4A-D900-EE11-EAE723F28645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xfrm>
            <a:off x="4238625" y="1292570"/>
            <a:ext cx="7246922" cy="472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店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店庆要完成</a:t>
            </a:r>
            <a:r>
              <a:rPr lang="en-US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4000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万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挑战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目标，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为此公司设计了一个</a:t>
            </a:r>
            <a:r>
              <a:rPr lang="en-US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POP Up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活动。已经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三天了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销量较之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平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日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没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有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变化，店经理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也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看不出问题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哪里，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你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从数据看到引流不行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（？）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为此产生一系列疑问：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为什么引流不足？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用了什么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方法？谁负责？谁培训？排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班有没有问题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？ 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你到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现场，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发现客人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试衣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的地方放了一颗装饰的大树，很美，但造成试衣的空间很小，客人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没地方放衣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物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你看到个人的</a:t>
            </a:r>
            <a:r>
              <a:rPr lang="en-US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Hermes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包包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只能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放地上，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体验很差，当即你就跟相关人员商量决定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把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大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树搬走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，调整了现场</a:t>
            </a:r>
            <a:r>
              <a:rPr lang="zh-CN" altLang="zh-CN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接下来的几天销量就得到明显好转。</a:t>
            </a:r>
            <a:endParaRPr lang="en-US" altLang="zh-CN" sz="1600" dirty="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CN" sz="1600" dirty="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1600" b="1" dirty="0">
                <a:solidFill>
                  <a:schemeClr val="tx2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请各自标出你对这些行动支持的程度：</a:t>
            </a:r>
            <a:endParaRPr lang="en-US" altLang="zh-CN" sz="1600" b="1" dirty="0">
              <a:solidFill>
                <a:schemeClr val="tx2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1600" dirty="0">
                <a:solidFill>
                  <a:schemeClr val="tx2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不支持</a:t>
            </a:r>
            <a:r>
              <a:rPr lang="en-US" altLang="zh-CN" sz="1600" dirty="0">
                <a:solidFill>
                  <a:schemeClr val="tx2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……………………………………………….</a:t>
            </a:r>
            <a:r>
              <a:rPr lang="zh-CN" altLang="en-US" sz="1600" dirty="0">
                <a:solidFill>
                  <a:schemeClr val="tx2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支持</a:t>
            </a:r>
            <a:endParaRPr lang="en-US" altLang="zh-CN" sz="1600" dirty="0">
              <a:solidFill>
                <a:schemeClr val="tx2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CN" sz="1600" dirty="0">
              <a:solidFill>
                <a:srgbClr val="00000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1600" b="1" dirty="0">
                <a:solidFill>
                  <a:schemeClr val="tx2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有哪些行动你是支持的？为什么？</a:t>
            </a:r>
            <a:endParaRPr lang="en-US" altLang="zh-CN" sz="1600" b="1" dirty="0">
              <a:solidFill>
                <a:schemeClr val="tx2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CN" sz="1600" b="1" dirty="0">
              <a:solidFill>
                <a:schemeClr val="tx2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1600" b="1" dirty="0">
                <a:solidFill>
                  <a:schemeClr val="tx2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有哪些行动你是不支持的？为什么？</a:t>
            </a:r>
            <a:endParaRPr lang="en-US" altLang="zh-CN" sz="1600" b="1" dirty="0">
              <a:solidFill>
                <a:schemeClr val="tx2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zh-CN" sz="1600" b="1" dirty="0">
              <a:solidFill>
                <a:schemeClr val="tx2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1600" b="1" dirty="0">
                <a:solidFill>
                  <a:schemeClr val="tx2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如果你是这位区域经理，会有哪些不同做法？</a:t>
            </a:r>
            <a:endParaRPr lang="en-US" altLang="zh-CN" sz="1600" b="1" dirty="0">
              <a:solidFill>
                <a:schemeClr val="tx2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BDB59B-0B92-CF55-C082-0E610AE877B0}"/>
              </a:ext>
            </a:extLst>
          </p:cNvPr>
          <p:cNvSpPr/>
          <p:nvPr/>
        </p:nvSpPr>
        <p:spPr>
          <a:xfrm>
            <a:off x="673070" y="1359448"/>
            <a:ext cx="2860705" cy="43365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1CA85E0-EA83-AD23-66C6-2AB7A3537CDE}"/>
              </a:ext>
            </a:extLst>
          </p:cNvPr>
          <p:cNvSpPr/>
          <p:nvPr/>
        </p:nvSpPr>
        <p:spPr>
          <a:xfrm>
            <a:off x="-485775" y="636997"/>
            <a:ext cx="1143000" cy="1016026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1668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1641</TotalTime>
  <Words>380</Words>
  <Application>Microsoft Macintosh PowerPoint</Application>
  <PresentationFormat>宽屏</PresentationFormat>
  <Paragraphs>31</Paragraphs>
  <Slides>3</Slides>
  <Notes>2</Notes>
  <HiddenSlides>1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等线</vt:lpstr>
      <vt:lpstr>黑体</vt:lpstr>
      <vt:lpstr>微软雅黑</vt:lpstr>
      <vt:lpstr>Microsoft JhengHei</vt:lpstr>
      <vt:lpstr>Myriad Pro</vt:lpstr>
      <vt:lpstr>Arial</vt:lpstr>
      <vt:lpstr>Arial Narrow</vt:lpstr>
      <vt:lpstr>Gill Sans MT</vt:lpstr>
      <vt:lpstr>Times New Roman</vt:lpstr>
      <vt:lpstr>Trebuchet MS</vt:lpstr>
      <vt:lpstr>2_Custom Design</vt:lpstr>
      <vt:lpstr>课程目标</vt:lpstr>
      <vt:lpstr>PowerPoint 演示文稿</vt:lpstr>
      <vt:lpstr>案例二：区域经理就是要解决店经理没法解决的问题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Ruby Liu</dc:creator>
  <cp:lastModifiedBy>瑞杰 阮</cp:lastModifiedBy>
  <cp:revision>3</cp:revision>
  <dcterms:created xsi:type="dcterms:W3CDTF">2026-01-05T09:16:12Z</dcterms:created>
  <dcterms:modified xsi:type="dcterms:W3CDTF">2026-03-26T13:08:42Z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12fc2ec-ccca-42c5-b665-e4a4fd0985d6_Enabled">
    <vt:lpwstr>true</vt:lpwstr>
  </property>
  <property fmtid="{D5CDD505-2E9C-101B-9397-08002B2CF9AE}" pid="3" name="MSIP_Label_e12fc2ec-ccca-42c5-b665-e4a4fd0985d6_SetDate">
    <vt:lpwstr>2026-01-05T09:16:12Z</vt:lpwstr>
  </property>
  <property fmtid="{D5CDD505-2E9C-101B-9397-08002B2CF9AE}" pid="4" name="MSIP_Label_e12fc2ec-ccca-42c5-b665-e4a4fd0985d6_Method">
    <vt:lpwstr>Standard</vt:lpwstr>
  </property>
  <property fmtid="{D5CDD505-2E9C-101B-9397-08002B2CF9AE}" pid="5" name="MSIP_Label_e12fc2ec-ccca-42c5-b665-e4a4fd0985d6_Name">
    <vt:lpwstr>Public</vt:lpwstr>
  </property>
  <property fmtid="{D5CDD505-2E9C-101B-9397-08002B2CF9AE}" pid="6" name="MSIP_Label_e12fc2ec-ccca-42c5-b665-e4a4fd0985d6_SiteId">
    <vt:lpwstr>6ef324eb-9202-4f05-91e2-ad0b77243a6a</vt:lpwstr>
  </property>
  <property fmtid="{D5CDD505-2E9C-101B-9397-08002B2CF9AE}" pid="7" name="MSIP_Label_e12fc2ec-ccca-42c5-b665-e4a4fd0985d6_ActionId">
    <vt:lpwstr>c89a8809-391d-4aff-97a7-742b97af3155</vt:lpwstr>
  </property>
  <property fmtid="{D5CDD505-2E9C-101B-9397-08002B2CF9AE}" pid="8" name="MSIP_Label_e12fc2ec-ccca-42c5-b665-e4a4fd0985d6_ContentBits">
    <vt:lpwstr>0</vt:lpwstr>
  </property>
  <property fmtid="{D5CDD505-2E9C-101B-9397-08002B2CF9AE}" pid="9" name="MSIP_Label_e12fc2ec-ccca-42c5-b665-e4a4fd0985d6_Tag">
    <vt:lpwstr>10, 3, 0, 1</vt:lpwstr>
  </property>
</Properties>
</file>