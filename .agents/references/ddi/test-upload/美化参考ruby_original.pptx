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145704491" r:id="rId4"/>
    <p:sldId id="1659" r:id="rId5"/>
    <p:sldId id="2145704495" r:id="rId6"/>
    <p:sldId id="272" r:id="rId7"/>
    <p:sldId id="3265" r:id="rId8"/>
    <p:sldId id="2741" r:id="rId9"/>
    <p:sldId id="71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3B696-B7C4-4957-A404-C32BB02EBD52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F5676-8AE2-4990-BD06-10BC60C0B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363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35</a:t>
            </a:r>
            <a:r>
              <a:rPr lang="zh-CN" altLang="en-US" dirty="0"/>
              <a:t>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2D600-A772-4AC0-A7CA-471FB188074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55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318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200F73-C673-42BA-8750-2304F4D0C36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318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5163" y="696913"/>
            <a:ext cx="4430712" cy="2493962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3196" y="3382457"/>
            <a:ext cx="6256598" cy="54929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45</a:t>
            </a:r>
            <a:r>
              <a:rPr lang="zh-CN" altLang="en-US" dirty="0"/>
              <a:t>‘</a:t>
            </a:r>
            <a:endParaRPr lang="en-US" altLang="zh-CN" dirty="0"/>
          </a:p>
          <a:p>
            <a:pPr eaLnBrk="1" hangingPunct="1"/>
            <a:r>
              <a:rPr lang="zh-CN" altLang="en-US" dirty="0"/>
              <a:t>角色转型</a:t>
            </a:r>
            <a:endParaRPr lang="en-US" altLang="zh-CN" dirty="0"/>
          </a:p>
          <a:p>
            <a:pPr eaLnBrk="1" hangingPunct="1"/>
            <a:r>
              <a:rPr lang="en-US" altLang="zh-CN" dirty="0"/>
              <a:t>Q.</a:t>
            </a:r>
            <a:r>
              <a:rPr lang="zh-CN" altLang="en-US" dirty="0"/>
              <a:t>对哪条最有感？</a:t>
            </a:r>
            <a:endParaRPr lang="en-US" altLang="zh-CN" dirty="0"/>
          </a:p>
          <a:p>
            <a:pPr eaLnBrk="1" hangingPunct="1"/>
            <a:r>
              <a:rPr lang="en-US" altLang="zh-CN" dirty="0"/>
              <a:t>Multitask</a:t>
            </a:r>
            <a:r>
              <a:rPr lang="zh-CN" altLang="en-US" dirty="0"/>
              <a:t>，切换管理风格 顾问</a:t>
            </a:r>
            <a:r>
              <a:rPr lang="en-US" altLang="zh-CN" dirty="0"/>
              <a:t>PA</a:t>
            </a:r>
          </a:p>
          <a:p>
            <a:pPr eaLnBrk="1" hangingPunct="1"/>
            <a:r>
              <a:rPr lang="zh-CN" altLang="en-US" dirty="0"/>
              <a:t>你的工作很大程度需要跟其他团队</a:t>
            </a:r>
            <a:r>
              <a:rPr lang="en-US" altLang="zh-CN" dirty="0"/>
              <a:t>/</a:t>
            </a:r>
            <a:r>
              <a:rPr lang="zh-CN" altLang="en-US" dirty="0"/>
              <a:t>部门合作完成，同时为团队创造合作环境，减少合作者障碍</a:t>
            </a:r>
            <a:endParaRPr lang="en-US" altLang="zh-CN" dirty="0"/>
          </a:p>
          <a:p>
            <a:pPr eaLnBrk="1" hangingPunct="1"/>
            <a:r>
              <a:rPr lang="zh-CN" altLang="en-US" dirty="0"/>
              <a:t>减少日常事务，专业广度高度增加，深度减弱，倚重下属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540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419100" y="720725"/>
            <a:ext cx="7677150" cy="4319588"/>
          </a:xfrm>
          <a:ln/>
        </p:spPr>
      </p:sp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898C531-4855-40A7-8F70-6B7BF7CB4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8252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400</a:t>
            </a:r>
          </a:p>
        </p:txBody>
      </p:sp>
    </p:spTree>
    <p:extLst>
      <p:ext uri="{BB962C8B-B14F-4D97-AF65-F5344CB8AC3E}">
        <p14:creationId xmlns:p14="http://schemas.microsoft.com/office/powerpoint/2010/main" val="3384149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69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41375" y="457200"/>
            <a:ext cx="5327650" cy="2997200"/>
          </a:xfrm>
        </p:spPr>
      </p:sp>
      <p:sp>
        <p:nvSpPr>
          <p:cNvPr id="12" name="Notes Placeholder 4">
            <a:extLst>
              <a:ext uri="{FF2B5EF4-FFF2-40B4-BE49-F238E27FC236}">
                <a16:creationId xmlns:a16="http://schemas.microsoft.com/office/drawing/2014/main" id="{5856264E-5F1A-46BD-9904-9F477EDA2B97}"/>
              </a:ext>
            </a:extLst>
          </p:cNvPr>
          <p:cNvSpPr txBox="1">
            <a:spLocks/>
          </p:cNvSpPr>
          <p:nvPr/>
        </p:nvSpPr>
        <p:spPr>
          <a:xfrm>
            <a:off x="701040" y="3707399"/>
            <a:ext cx="5608320" cy="5131917"/>
          </a:xfrm>
          <a:prstGeom prst="rect">
            <a:avLst/>
          </a:prstGeom>
        </p:spPr>
        <p:txBody>
          <a:bodyPr vert="horz" lIns="182870" tIns="91435" rIns="182870" bIns="91435" rtlCol="0"/>
          <a:lstStyle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EC84BC9-265C-4DD5-B1D6-519F7B036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938" y="8833483"/>
            <a:ext cx="3037840" cy="456576"/>
          </a:xfrm>
          <a:prstGeom prst="rect">
            <a:avLst/>
          </a:prstGeom>
        </p:spPr>
        <p:txBody>
          <a:bodyPr vert="horz" lIns="182870" tIns="91435" rIns="182870" bIns="91435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908A8A-75EA-41CC-BE4E-CE9EC4DD6E8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Hei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6" name="Notes Placeholder 10">
            <a:extLst>
              <a:ext uri="{FF2B5EF4-FFF2-40B4-BE49-F238E27FC236}">
                <a16:creationId xmlns:a16="http://schemas.microsoft.com/office/drawing/2014/main" id="{1D3B2955-835A-48EE-A3E7-3C57A6FE8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" y="3708381"/>
            <a:ext cx="5608320" cy="5212080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027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FD654-1C6F-CDE7-5627-E3A1BC753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5705CA-23D6-512E-BC63-AF3702013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F6A10-6C78-1915-A144-2B4516B8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689BD5-FC00-556F-0846-4971F265B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D1B45-6699-44C2-797D-CBE9437D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2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D97A9-695F-258D-1E38-6835680F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98754-0FE5-46FE-2655-9573A1A0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679D7-2DDB-F134-6A72-593A951A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9450C-CB39-5699-7FFE-7403E2BC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0A0B9-8A4A-C925-AE97-E081055F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239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D910B-E4EB-7327-160A-50DBF13A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551A34-86F6-3ED4-2931-1A8590F66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0B50B3-A26C-C800-EF5E-CCAA113B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E41F0E-27D0-1B3F-9B9F-CBBA330F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EA9B0-12F7-26AA-C7F7-2A98DB83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9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7D8AE-931B-9377-7085-67341177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9332D2-C562-8F7C-2837-7B9B1B66A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F69929-FBF9-1A2B-46DC-E0290EC8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596890-3135-8DDE-CE8E-8B27F569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5E8E3B-A7DF-6FD2-FBDF-5F7442FB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5CB6F8-ED78-DB32-2FFC-A0F3430D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31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D75AD-7D78-3E83-FE1C-DCE5FFF7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2E694A-F537-65FB-EF6C-E81178350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EBAE98-46ED-C086-7717-2817DF332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2983B9-092F-762F-63BE-A68F1A6AC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13F189-5F26-0801-BA3D-43781807F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4052A1-DD1E-F1C6-F051-512A0332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E9A73D-6693-B70C-E5E3-0DDA37F0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68EDCD-7DD8-1E43-EF14-5AF7C571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75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BB28B-824A-F5C7-99A3-4F599EC8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4D20E6-5751-FE5C-CEC3-EBDECEA7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4E8F01-3D81-AB1D-2DB8-18DF7D87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532E15-6EC1-6148-CE3E-D8033024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7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C4E159-CAC4-DE15-3D18-74E90D56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2D8CF5-44F2-2C27-D061-A6FC673E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A502C1-B7AE-497A-14B4-56DFDD07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71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B4D78-93D0-A874-D699-A7CF3A52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7F482F-02D9-AFBE-E5EF-ADBE630DB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7E4AF1-93A4-95A2-C010-B04853FB7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750A0-7C7C-4A7E-1FBE-4060DB3F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5779AD-CFF1-1C85-A4C2-18043BB39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4E2EEA-2968-5E66-1945-D5826115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15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6B8E0-44E5-6742-CB6D-086BCCF4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05E5CF-0AC9-3734-4228-D30408D09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6B9ECD-2582-0E9A-EA35-AC1D32619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241E2E-951B-DB78-7FD9-8B5DE0EF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337116-DEAE-AD48-8EB6-5A5AA2B5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5BD710-497D-7F96-BF2D-2EC99783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90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6123A-0F3A-A7DA-7F6C-CF06DFDE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EF330C-E93C-E8E3-C4AA-5E5908F2D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23817F-4BC8-DAF7-11E1-CA3618DF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751F4C-599D-6CC0-1FD5-7378DFBE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530383-B1F5-2DF8-AE90-96BE164E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84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13B056-FDCC-071A-A163-1B69EE735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E59DCE-B40C-CDFF-C657-845BBE5D0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938C1-3B59-BD10-98E1-E4D3B234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95CCA-8602-B99C-D786-7B18607A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CD208-8741-E065-2279-F2DE6DF5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059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134100" y="14288"/>
            <a:ext cx="5283200" cy="304800"/>
          </a:xfrm>
        </p:spPr>
        <p:txBody>
          <a:bodyPr/>
          <a:lstStyle>
            <a:lvl1pPr marL="0" indent="0" algn="r">
              <a:buNone/>
              <a:defRPr sz="1200">
                <a:solidFill>
                  <a:srgbClr val="AFA79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3497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4126673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5080000" cy="43497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6096000" y="1828800"/>
            <a:ext cx="5486400" cy="43497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134100" y="14288"/>
            <a:ext cx="5283200" cy="304800"/>
          </a:xfrm>
        </p:spPr>
        <p:txBody>
          <a:bodyPr/>
          <a:lstStyle>
            <a:lvl1pPr marL="0" indent="0" algn="r">
              <a:buNone/>
              <a:defRPr sz="1200">
                <a:solidFill>
                  <a:srgbClr val="AFA79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723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349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27972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09600" y="842965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32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©Development Dimensions International, Inc., 2017.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9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772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339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7095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Tex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802100" y="69859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2700" b="1">
                <a:solidFill>
                  <a:schemeClr val="tx1"/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2BD95F16-2C4D-42FA-A837-C31562BD15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0" y="6447316"/>
            <a:ext cx="1016000" cy="24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42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09600" y="842965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32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©Development Dimensions International, Inc., 2017.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7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0" y="1701800"/>
            <a:ext cx="9245600" cy="3149600"/>
          </a:xfrm>
        </p:spPr>
        <p:txBody>
          <a:bodyPr/>
          <a:lstStyle>
            <a:lvl1pPr>
              <a:lnSpc>
                <a:spcPts val="3000"/>
              </a:lnSpc>
              <a:defRPr sz="2600"/>
            </a:lvl1pPr>
            <a:lvl2pPr>
              <a:defRPr sz="22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184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rgbClr val="5678A9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9941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342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621725"/>
      </p:ext>
    </p:extLst>
  </p:cSld>
  <p:clrMapOvr>
    <a:masterClrMapping/>
  </p:clrMapOvr>
  <p:transition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20800" y="1676400"/>
            <a:ext cx="4978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2400" y="1676400"/>
            <a:ext cx="4978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36565638"/>
      </p:ext>
    </p:extLst>
  </p:cSld>
  <p:clrMapOvr>
    <a:masterClrMapping/>
  </p:clrMapOvr>
  <p:transition>
    <p:dissolv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09600" y="733425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152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2047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0B60078-0806-4FFE-B136-73D3E678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89"/>
            <a:ext cx="10515600" cy="823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4D8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EF32DF-6168-43A1-A6B2-433ED9FC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58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781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9344"/>
            <a:ext cx="10515600" cy="823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4D8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343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6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B9E0572-9EF4-4CA0-954D-469CFC14D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214" b="15588"/>
          <a:stretch/>
        </p:blipFill>
        <p:spPr>
          <a:xfrm>
            <a:off x="0" y="6632655"/>
            <a:ext cx="12192000" cy="2350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8BDB0E-0DCF-48F0-B4A6-0F3FC62D9B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891" y="6657916"/>
            <a:ext cx="1486411" cy="19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32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0B60078-0806-4FFE-B136-73D3E678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89"/>
            <a:ext cx="10515600" cy="823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4D8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EF32DF-6168-43A1-A6B2-433ED9FC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58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914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Text Sour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FA43F24-4FC3-4030-95E2-1299908382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4733" y="6416681"/>
            <a:ext cx="609600" cy="3651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89698746-2835-4097-ADF7-F4A925C340F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1011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nut 8"/>
          <p:cNvSpPr/>
          <p:nvPr userDrawn="1"/>
        </p:nvSpPr>
        <p:spPr>
          <a:xfrm rot="6104502">
            <a:off x="11749063" y="4140178"/>
            <a:ext cx="746757" cy="995676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7" name="Donut 9"/>
          <p:cNvSpPr/>
          <p:nvPr userDrawn="1"/>
        </p:nvSpPr>
        <p:spPr>
          <a:xfrm rot="6104502">
            <a:off x="5485728" y="5759076"/>
            <a:ext cx="1882845" cy="2510460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8" name="Donut 10"/>
          <p:cNvSpPr/>
          <p:nvPr userDrawn="1"/>
        </p:nvSpPr>
        <p:spPr>
          <a:xfrm rot="6104502">
            <a:off x="9772939" y="6533226"/>
            <a:ext cx="770608" cy="1027477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9" name="Donut 11"/>
          <p:cNvSpPr/>
          <p:nvPr userDrawn="1"/>
        </p:nvSpPr>
        <p:spPr>
          <a:xfrm rot="6104502">
            <a:off x="11385311" y="3836020"/>
            <a:ext cx="598920" cy="79856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0" name="Oval 12"/>
          <p:cNvSpPr/>
          <p:nvPr userDrawn="1"/>
        </p:nvSpPr>
        <p:spPr>
          <a:xfrm rot="6104502">
            <a:off x="11658428" y="4701792"/>
            <a:ext cx="432480" cy="57664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1" name="Oval 13"/>
          <p:cNvSpPr/>
          <p:nvPr userDrawn="1"/>
        </p:nvSpPr>
        <p:spPr>
          <a:xfrm rot="6104502">
            <a:off x="11044170" y="4355865"/>
            <a:ext cx="224292" cy="299056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2" name="Donut 14"/>
          <p:cNvSpPr/>
          <p:nvPr userDrawn="1"/>
        </p:nvSpPr>
        <p:spPr>
          <a:xfrm rot="20504502">
            <a:off x="8300183" y="5509149"/>
            <a:ext cx="1699976" cy="1274982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3" name="Oval 16"/>
          <p:cNvSpPr/>
          <p:nvPr userDrawn="1"/>
        </p:nvSpPr>
        <p:spPr>
          <a:xfrm rot="20504502">
            <a:off x="7294982" y="6278060"/>
            <a:ext cx="658172" cy="493629"/>
          </a:xfrm>
          <a:prstGeom prst="ellipse">
            <a:avLst/>
          </a:prstGeom>
          <a:solidFill>
            <a:schemeClr val="bg1">
              <a:lumMod val="95000"/>
              <a:alpha val="39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4" name="Oval 17"/>
          <p:cNvSpPr/>
          <p:nvPr userDrawn="1"/>
        </p:nvSpPr>
        <p:spPr>
          <a:xfrm rot="20504502">
            <a:off x="8941436" y="5315363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5" name="Donut 18"/>
          <p:cNvSpPr/>
          <p:nvPr userDrawn="1"/>
        </p:nvSpPr>
        <p:spPr>
          <a:xfrm rot="20504502">
            <a:off x="7453975" y="5630801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6" name="Donut 20"/>
          <p:cNvSpPr/>
          <p:nvPr userDrawn="1"/>
        </p:nvSpPr>
        <p:spPr>
          <a:xfrm rot="20504502">
            <a:off x="9566808" y="5288131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7" name="Donut 21"/>
          <p:cNvSpPr/>
          <p:nvPr userDrawn="1"/>
        </p:nvSpPr>
        <p:spPr>
          <a:xfrm rot="20504502">
            <a:off x="11585708" y="6287957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8" name="Oval 22"/>
          <p:cNvSpPr/>
          <p:nvPr userDrawn="1"/>
        </p:nvSpPr>
        <p:spPr>
          <a:xfrm rot="20504502">
            <a:off x="7421833" y="5544419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9" name="Oval 23"/>
          <p:cNvSpPr/>
          <p:nvPr userDrawn="1"/>
        </p:nvSpPr>
        <p:spPr>
          <a:xfrm rot="20504502">
            <a:off x="4271797" y="6342623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0" name="Donut 27"/>
          <p:cNvSpPr/>
          <p:nvPr userDrawn="1"/>
        </p:nvSpPr>
        <p:spPr>
          <a:xfrm rot="10604502">
            <a:off x="11498271" y="3334946"/>
            <a:ext cx="995676" cy="746757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1" name="Oval 28"/>
          <p:cNvSpPr/>
          <p:nvPr userDrawn="1"/>
        </p:nvSpPr>
        <p:spPr>
          <a:xfrm rot="10604502">
            <a:off x="11864732" y="3212976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2" name="Donut 29"/>
          <p:cNvSpPr/>
          <p:nvPr userDrawn="1"/>
        </p:nvSpPr>
        <p:spPr>
          <a:xfrm rot="10604502">
            <a:off x="9941663" y="4482625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3" name="Donut 30"/>
          <p:cNvSpPr/>
          <p:nvPr userDrawn="1"/>
        </p:nvSpPr>
        <p:spPr>
          <a:xfrm rot="10604502">
            <a:off x="10787825" y="4251836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4" name="Donut 31"/>
          <p:cNvSpPr/>
          <p:nvPr userDrawn="1"/>
        </p:nvSpPr>
        <p:spPr>
          <a:xfrm rot="10604502">
            <a:off x="4563412" y="6414906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5" name="Oval 32"/>
          <p:cNvSpPr/>
          <p:nvPr userDrawn="1"/>
        </p:nvSpPr>
        <p:spPr>
          <a:xfrm rot="10604502">
            <a:off x="11511159" y="4138386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6" name="Oval 33"/>
          <p:cNvSpPr/>
          <p:nvPr userDrawn="1"/>
        </p:nvSpPr>
        <p:spPr>
          <a:xfrm rot="10604502">
            <a:off x="8232076" y="6308631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7" name="Oval 34"/>
          <p:cNvSpPr/>
          <p:nvPr userDrawn="1"/>
        </p:nvSpPr>
        <p:spPr>
          <a:xfrm rot="10604502">
            <a:off x="4956088" y="6024307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8" name="Freeform 33"/>
          <p:cNvSpPr>
            <a:spLocks noEditPoints="1"/>
          </p:cNvSpPr>
          <p:nvPr userDrawn="1"/>
        </p:nvSpPr>
        <p:spPr bwMode="auto">
          <a:xfrm>
            <a:off x="9362125" y="5899980"/>
            <a:ext cx="990531" cy="741054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9" name="Freeform 33"/>
          <p:cNvSpPr>
            <a:spLocks noEditPoints="1"/>
          </p:cNvSpPr>
          <p:nvPr userDrawn="1"/>
        </p:nvSpPr>
        <p:spPr bwMode="auto">
          <a:xfrm>
            <a:off x="10596356" y="5011607"/>
            <a:ext cx="1083288" cy="810449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30" name="Freeform 33"/>
          <p:cNvSpPr>
            <a:spLocks noEditPoints="1"/>
          </p:cNvSpPr>
          <p:nvPr userDrawn="1"/>
        </p:nvSpPr>
        <p:spPr bwMode="auto">
          <a:xfrm>
            <a:off x="10352655" y="5872829"/>
            <a:ext cx="1303812" cy="975431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34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31" name="Freeform 33"/>
          <p:cNvSpPr>
            <a:spLocks noEditPoints="1"/>
          </p:cNvSpPr>
          <p:nvPr userDrawn="1"/>
        </p:nvSpPr>
        <p:spPr bwMode="auto">
          <a:xfrm>
            <a:off x="6287358" y="5846745"/>
            <a:ext cx="1022803" cy="765197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39" name="Oval 53"/>
          <p:cNvSpPr/>
          <p:nvPr userDrawn="1"/>
        </p:nvSpPr>
        <p:spPr>
          <a:xfrm>
            <a:off x="11502680" y="-171400"/>
            <a:ext cx="874093" cy="655569"/>
          </a:xfrm>
          <a:prstGeom prst="ellipse">
            <a:avLst/>
          </a:prstGeom>
          <a:solidFill>
            <a:schemeClr val="accent2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05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200" b="1" dirty="0">
              <a:solidFill>
                <a:schemeClr val="bg1"/>
              </a:solidFill>
            </a:endParaRPr>
          </a:p>
        </p:txBody>
      </p:sp>
      <p:sp>
        <p:nvSpPr>
          <p:cNvPr id="40" name="Oval 5"/>
          <p:cNvSpPr/>
          <p:nvPr userDrawn="1"/>
        </p:nvSpPr>
        <p:spPr>
          <a:xfrm rot="16200000">
            <a:off x="461799" y="686660"/>
            <a:ext cx="67506" cy="90008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1" name="Oval 52"/>
          <p:cNvSpPr/>
          <p:nvPr userDrawn="1"/>
        </p:nvSpPr>
        <p:spPr>
          <a:xfrm rot="16200000">
            <a:off x="461799" y="607704"/>
            <a:ext cx="67506" cy="90008"/>
          </a:xfrm>
          <a:prstGeom prst="ellipse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2" name="Oval 60"/>
          <p:cNvSpPr/>
          <p:nvPr userDrawn="1"/>
        </p:nvSpPr>
        <p:spPr>
          <a:xfrm rot="16200000">
            <a:off x="461799" y="528749"/>
            <a:ext cx="67506" cy="90008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3" name="Oval 61"/>
          <p:cNvSpPr/>
          <p:nvPr userDrawn="1"/>
        </p:nvSpPr>
        <p:spPr>
          <a:xfrm rot="16200000">
            <a:off x="461799" y="449794"/>
            <a:ext cx="67506" cy="90008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4" name="Oval 62"/>
          <p:cNvSpPr/>
          <p:nvPr userDrawn="1"/>
        </p:nvSpPr>
        <p:spPr>
          <a:xfrm rot="16200000">
            <a:off x="461799" y="370838"/>
            <a:ext cx="67506" cy="900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5" name="Rectangle 5"/>
          <p:cNvSpPr>
            <a:spLocks noChangeArrowheads="1"/>
          </p:cNvSpPr>
          <p:nvPr userDrawn="1"/>
        </p:nvSpPr>
        <p:spPr bwMode="auto">
          <a:xfrm>
            <a:off x="0" y="6597354"/>
            <a:ext cx="12192000" cy="18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9056" tIns="34529" rIns="69056" bIns="34529">
            <a:spAutoFit/>
          </a:bodyPr>
          <a:lstStyle/>
          <a:p>
            <a:pPr algn="ctr">
              <a:defRPr/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effectLst/>
                <a:latin typeface="+mj-lt"/>
                <a:ea typeface="標楷體" pitchFamily="65" charset="-120"/>
              </a:rPr>
              <a:t>© Development Dimensions International, Inc., 00240582. 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6916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802100" y="69859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21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©Development Dimensions International, Inc., 2017.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534733" y="6416678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802100" y="1557425"/>
            <a:ext cx="9245600" cy="3149600"/>
          </a:xfrm>
        </p:spPr>
        <p:txBody>
          <a:bodyPr/>
          <a:lstStyle>
            <a:lvl1pPr>
              <a:lnSpc>
                <a:spcPts val="2250"/>
              </a:lnSpc>
              <a:defRPr sz="1950">
                <a:solidFill>
                  <a:schemeClr val="tx1"/>
                </a:solidFill>
              </a:defRPr>
            </a:lvl1pPr>
            <a:lvl2pPr>
              <a:defRPr sz="165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82584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7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17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09600" y="842965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21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2017.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9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867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0B60078-0806-4FFE-B136-73D3E678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89"/>
            <a:ext cx="10515600" cy="823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4D8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EF32DF-6168-43A1-A6B2-433ED9FC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58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3896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09600" y="733425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152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70153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 Master (one line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9224" y="228600"/>
            <a:ext cx="11085576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41372" y="1371600"/>
            <a:ext cx="10893428" cy="4800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1035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48624" y="381177"/>
            <a:ext cx="89115" cy="383204"/>
            <a:chOff x="738870" y="483317"/>
            <a:chExt cx="71452" cy="409667"/>
          </a:xfrm>
        </p:grpSpPr>
        <p:sp>
          <p:nvSpPr>
            <p:cNvPr id="8" name="Oval 29"/>
            <p:cNvSpPr/>
            <p:nvPr/>
          </p:nvSpPr>
          <p:spPr>
            <a:xfrm rot="16200000">
              <a:off x="738870" y="483317"/>
              <a:ext cx="71452" cy="7145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9" name="Oval 25"/>
            <p:cNvSpPr/>
            <p:nvPr/>
          </p:nvSpPr>
          <p:spPr>
            <a:xfrm rot="16200000">
              <a:off x="738870" y="821532"/>
              <a:ext cx="71452" cy="7145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10" name="Oval 26"/>
            <p:cNvSpPr/>
            <p:nvPr/>
          </p:nvSpPr>
          <p:spPr>
            <a:xfrm rot="16200000">
              <a:off x="738870" y="737962"/>
              <a:ext cx="71452" cy="714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11" name="Oval 27"/>
            <p:cNvSpPr/>
            <p:nvPr/>
          </p:nvSpPr>
          <p:spPr>
            <a:xfrm rot="16200000">
              <a:off x="738870" y="654391"/>
              <a:ext cx="71452" cy="71452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12" name="Oval 28"/>
            <p:cNvSpPr/>
            <p:nvPr/>
          </p:nvSpPr>
          <p:spPr>
            <a:xfrm rot="16200000">
              <a:off x="738870" y="570821"/>
              <a:ext cx="71452" cy="71452"/>
            </a:xfrm>
            <a:prstGeom prst="ellipse">
              <a:avLst/>
            </a:prstGeom>
            <a:solidFill>
              <a:schemeClr val="accent1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Donut 8"/>
          <p:cNvSpPr/>
          <p:nvPr userDrawn="1"/>
        </p:nvSpPr>
        <p:spPr>
          <a:xfrm rot="6104502">
            <a:off x="11749062" y="4140177"/>
            <a:ext cx="746757" cy="995676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4" name="Donut 9"/>
          <p:cNvSpPr/>
          <p:nvPr userDrawn="1"/>
        </p:nvSpPr>
        <p:spPr>
          <a:xfrm rot="6104502">
            <a:off x="5485727" y="5759075"/>
            <a:ext cx="1882845" cy="2510460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5" name="Donut 10"/>
          <p:cNvSpPr/>
          <p:nvPr userDrawn="1"/>
        </p:nvSpPr>
        <p:spPr>
          <a:xfrm rot="6104502">
            <a:off x="9772939" y="6533226"/>
            <a:ext cx="770608" cy="1027477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6" name="Donut 11"/>
          <p:cNvSpPr/>
          <p:nvPr userDrawn="1"/>
        </p:nvSpPr>
        <p:spPr>
          <a:xfrm rot="6104502">
            <a:off x="11385311" y="3836020"/>
            <a:ext cx="598920" cy="79856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7" name="Oval 12"/>
          <p:cNvSpPr/>
          <p:nvPr userDrawn="1"/>
        </p:nvSpPr>
        <p:spPr>
          <a:xfrm rot="6104502">
            <a:off x="11658428" y="4701792"/>
            <a:ext cx="432480" cy="57664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18" name="Oval 13"/>
          <p:cNvSpPr/>
          <p:nvPr userDrawn="1"/>
        </p:nvSpPr>
        <p:spPr>
          <a:xfrm rot="6104502">
            <a:off x="11044170" y="4355865"/>
            <a:ext cx="224292" cy="299056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19" name="Donut 14"/>
          <p:cNvSpPr/>
          <p:nvPr userDrawn="1"/>
        </p:nvSpPr>
        <p:spPr>
          <a:xfrm rot="20504502">
            <a:off x="8300183" y="5509149"/>
            <a:ext cx="1699976" cy="1274982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0" name="Oval 16"/>
          <p:cNvSpPr/>
          <p:nvPr userDrawn="1"/>
        </p:nvSpPr>
        <p:spPr>
          <a:xfrm rot="20504502">
            <a:off x="7294981" y="6278058"/>
            <a:ext cx="658172" cy="493629"/>
          </a:xfrm>
          <a:prstGeom prst="ellipse">
            <a:avLst/>
          </a:prstGeom>
          <a:solidFill>
            <a:schemeClr val="bg1">
              <a:lumMod val="95000"/>
              <a:alpha val="39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1" name="Oval 17"/>
          <p:cNvSpPr/>
          <p:nvPr userDrawn="1"/>
        </p:nvSpPr>
        <p:spPr>
          <a:xfrm rot="20504502">
            <a:off x="8941435" y="5315363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2" name="Donut 18"/>
          <p:cNvSpPr/>
          <p:nvPr userDrawn="1"/>
        </p:nvSpPr>
        <p:spPr>
          <a:xfrm rot="20504502">
            <a:off x="7453974" y="5630799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3" name="Donut 20"/>
          <p:cNvSpPr/>
          <p:nvPr userDrawn="1"/>
        </p:nvSpPr>
        <p:spPr>
          <a:xfrm rot="20504502">
            <a:off x="9566808" y="5288131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4" name="Donut 21"/>
          <p:cNvSpPr/>
          <p:nvPr userDrawn="1"/>
        </p:nvSpPr>
        <p:spPr>
          <a:xfrm rot="20504502">
            <a:off x="11585707" y="6287957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5" name="Oval 22"/>
          <p:cNvSpPr/>
          <p:nvPr userDrawn="1"/>
        </p:nvSpPr>
        <p:spPr>
          <a:xfrm rot="20504502">
            <a:off x="7421833" y="5544419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6" name="Oval 23"/>
          <p:cNvSpPr/>
          <p:nvPr userDrawn="1"/>
        </p:nvSpPr>
        <p:spPr>
          <a:xfrm rot="20504502">
            <a:off x="4271797" y="6342623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7" name="Donut 27"/>
          <p:cNvSpPr/>
          <p:nvPr userDrawn="1"/>
        </p:nvSpPr>
        <p:spPr>
          <a:xfrm rot="10604502">
            <a:off x="11498270" y="3334944"/>
            <a:ext cx="995676" cy="746757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8" name="Oval 28"/>
          <p:cNvSpPr/>
          <p:nvPr userDrawn="1"/>
        </p:nvSpPr>
        <p:spPr>
          <a:xfrm rot="10604502">
            <a:off x="11864731" y="3212976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9" name="Donut 29"/>
          <p:cNvSpPr/>
          <p:nvPr userDrawn="1"/>
        </p:nvSpPr>
        <p:spPr>
          <a:xfrm rot="10604502">
            <a:off x="9941662" y="4482623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30" name="Donut 30"/>
          <p:cNvSpPr/>
          <p:nvPr userDrawn="1"/>
        </p:nvSpPr>
        <p:spPr>
          <a:xfrm rot="10604502">
            <a:off x="10787825" y="4251836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31" name="Donut 31"/>
          <p:cNvSpPr/>
          <p:nvPr userDrawn="1"/>
        </p:nvSpPr>
        <p:spPr>
          <a:xfrm rot="10604502">
            <a:off x="4563411" y="6414906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32" name="Oval 32"/>
          <p:cNvSpPr/>
          <p:nvPr userDrawn="1"/>
        </p:nvSpPr>
        <p:spPr>
          <a:xfrm rot="10604502">
            <a:off x="11511159" y="4138386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33" name="Oval 33"/>
          <p:cNvSpPr/>
          <p:nvPr userDrawn="1"/>
        </p:nvSpPr>
        <p:spPr>
          <a:xfrm rot="10604502">
            <a:off x="8232076" y="6308631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34" name="Oval 34"/>
          <p:cNvSpPr/>
          <p:nvPr userDrawn="1"/>
        </p:nvSpPr>
        <p:spPr>
          <a:xfrm rot="10604502">
            <a:off x="4956088" y="6024307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35" name="Freeform 33"/>
          <p:cNvSpPr>
            <a:spLocks noEditPoints="1"/>
          </p:cNvSpPr>
          <p:nvPr userDrawn="1"/>
        </p:nvSpPr>
        <p:spPr bwMode="auto">
          <a:xfrm>
            <a:off x="9362124" y="5899980"/>
            <a:ext cx="990531" cy="741054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36" name="Freeform 33"/>
          <p:cNvSpPr>
            <a:spLocks noEditPoints="1"/>
          </p:cNvSpPr>
          <p:nvPr userDrawn="1"/>
        </p:nvSpPr>
        <p:spPr bwMode="auto">
          <a:xfrm>
            <a:off x="10596356" y="5011605"/>
            <a:ext cx="1083288" cy="810449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37" name="Freeform 33"/>
          <p:cNvSpPr>
            <a:spLocks noEditPoints="1"/>
          </p:cNvSpPr>
          <p:nvPr userDrawn="1"/>
        </p:nvSpPr>
        <p:spPr bwMode="auto">
          <a:xfrm>
            <a:off x="10352655" y="5872827"/>
            <a:ext cx="1303812" cy="975431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3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38" name="Freeform 33"/>
          <p:cNvSpPr>
            <a:spLocks noEditPoints="1"/>
          </p:cNvSpPr>
          <p:nvPr userDrawn="1"/>
        </p:nvSpPr>
        <p:spPr bwMode="auto">
          <a:xfrm>
            <a:off x="6287358" y="5846743"/>
            <a:ext cx="1022803" cy="765197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87415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 bwMode="grayWhite">
          <a:xfrm>
            <a:off x="1600200" y="224559"/>
            <a:ext cx="10134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284378-EB07-42E4-AC0A-1466E5F6F9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0200" y="1371599"/>
            <a:ext cx="10134600" cy="4073703"/>
          </a:xfrm>
          <a:prstGeom prst="rect">
            <a:avLst/>
          </a:prstGeom>
        </p:spPr>
        <p:txBody>
          <a:bodyPr/>
          <a:lstStyle>
            <a:lvl1pPr>
              <a:buClr>
                <a:srgbClr val="8A1B6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8A1B6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8A1B6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8A1B6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8A1B6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31677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 Master (one or two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 bwMode="grayWhite">
          <a:xfrm>
            <a:off x="5181600" y="228600"/>
            <a:ext cx="6553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1368552"/>
            <a:ext cx="11277599" cy="4803648"/>
          </a:xfrm>
        </p:spPr>
        <p:txBody>
          <a:bodyPr/>
          <a:lstStyle>
            <a:lvl1pPr>
              <a:buClr>
                <a:srgbClr val="8A1B6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8A1B6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8A1B6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8A1B6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8A1B6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35546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空白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E813E2FF-D2FF-D383-5707-AF74234AEE53}"/>
              </a:ext>
            </a:extLst>
          </p:cNvPr>
          <p:cNvSpPr txBox="1">
            <a:spLocks/>
          </p:cNvSpPr>
          <p:nvPr userDrawn="1"/>
        </p:nvSpPr>
        <p:spPr>
          <a:xfrm>
            <a:off x="11395117" y="6355582"/>
            <a:ext cx="470820" cy="394335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Futura LT Medium" panose="0200050402000002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1C880F-EA1D-4512-9A4C-C24D94FF0D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79C0CB7-E189-22DE-234A-736F0B5BA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948" y="885334"/>
            <a:ext cx="8394441" cy="38255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C21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7680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C74A0B-2CE7-B5B1-EF5C-F85F5071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EAE163-9A66-EAB1-3349-B78F0B5D3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7BD6C0-E5B6-8ADE-C442-FF97DC977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8C36F-DBF7-4B1B-8F2E-3E217BEC9FE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64038-50BD-7CBB-F937-6AE7393E0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5F399D-E400-F99B-4E98-5553255FF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3CABC-2641-4F94-AF7C-A98DF64795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83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4"/>
          <p:cNvSpPr>
            <a:spLocks noChangeArrowheads="1"/>
          </p:cNvSpPr>
          <p:nvPr userDrawn="1"/>
        </p:nvSpPr>
        <p:spPr bwMode="auto">
          <a:xfrm>
            <a:off x="0" y="6400800"/>
            <a:ext cx="12192000" cy="457200"/>
          </a:xfrm>
          <a:prstGeom prst="rect">
            <a:avLst/>
          </a:prstGeom>
          <a:gradFill flip="none" rotWithShape="1">
            <a:gsLst>
              <a:gs pos="100000">
                <a:srgbClr val="0085CF"/>
              </a:gs>
              <a:gs pos="60000">
                <a:srgbClr val="003E74"/>
              </a:gs>
              <a:gs pos="2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/>
              <a:ea typeface="黑体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Insert Title</a:t>
            </a:r>
            <a:endParaRPr lang="zh-CN" alt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10972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to insert text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  <a:endParaRPr lang="zh-CN" altLang="en-US"/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auto">
          <a:xfrm>
            <a:off x="11483833" y="-1588"/>
            <a:ext cx="345303" cy="280376"/>
          </a:xfrm>
          <a:prstGeom prst="rect">
            <a:avLst/>
          </a:prstGeom>
          <a:solidFill>
            <a:srgbClr val="8B807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4782" tIns="47392" rIns="94782" bIns="47392">
            <a:spAutoFit/>
          </a:bodyPr>
          <a:lstStyle/>
          <a:p>
            <a:pPr algn="ctr" defTabSz="941388" eaLnBrk="0" hangingPunct="0">
              <a:defRPr/>
            </a:pPr>
            <a:fld id="{10813042-0A4C-49D6-AB12-6317748E45CA}" type="slidenum">
              <a:rPr lang="en-US" altLang="zh-CN" sz="1200" smtClean="0">
                <a:solidFill>
                  <a:schemeClr val="bg1"/>
                </a:solidFill>
                <a:latin typeface="Arial Narrow"/>
                <a:ea typeface="黑体"/>
              </a:rPr>
              <a:pPr algn="ctr" defTabSz="941388" eaLnBrk="0" hangingPunct="0">
                <a:defRPr/>
              </a:pPr>
              <a:t>‹#›</a:t>
            </a:fld>
            <a:endParaRPr lang="zh-CN" altLang="en-US" sz="1200" dirty="0">
              <a:solidFill>
                <a:schemeClr val="bg1"/>
              </a:solidFill>
              <a:latin typeface="Arial Narrow"/>
              <a:ea typeface="黑体"/>
            </a:endParaRPr>
          </a:p>
        </p:txBody>
      </p:sp>
      <p:sp>
        <p:nvSpPr>
          <p:cNvPr id="26" name="Rectangle 4"/>
          <p:cNvSpPr>
            <a:spLocks noChangeArrowheads="1"/>
          </p:cNvSpPr>
          <p:nvPr userDrawn="1"/>
        </p:nvSpPr>
        <p:spPr bwMode="auto">
          <a:xfrm>
            <a:off x="3086100" y="6505578"/>
            <a:ext cx="59944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r" eaLnBrk="0" hangingPunct="0">
              <a:defRPr/>
            </a:pPr>
            <a:r>
              <a:rPr lang="en-US" altLang="zh-CN" sz="1000">
                <a:solidFill>
                  <a:schemeClr val="bg1"/>
                </a:solidFill>
                <a:latin typeface="Arial Narrow"/>
                <a:ea typeface="黑体"/>
              </a:rPr>
              <a:t>© Development Dimensions International, Inc., 2016. All rights reserved.</a:t>
            </a:r>
            <a:endParaRPr lang="zh-CN" altLang="en-US" sz="1000" dirty="0">
              <a:solidFill>
                <a:schemeClr val="bg1"/>
              </a:solidFill>
              <a:latin typeface="Arial Narrow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338856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rtl="0" fontAlgn="base">
        <a:lnSpc>
          <a:spcPts val="4200"/>
        </a:lnSpc>
        <a:spcBef>
          <a:spcPct val="0"/>
        </a:spcBef>
        <a:spcAft>
          <a:spcPct val="0"/>
        </a:spcAft>
        <a:defRPr sz="4200" kern="1200">
          <a:solidFill>
            <a:srgbClr val="0085CF"/>
          </a:solidFill>
          <a:latin typeface="Arial Narrow" panose="020B0606020202030204" pitchFamily="34" charset="0"/>
          <a:ea typeface="+mj-ea"/>
          <a:cs typeface="Times New Roman" pitchFamily="18" charset="0"/>
        </a:defRPr>
      </a:lvl1pPr>
      <a:lvl2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2pPr>
      <a:lvl3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3pPr>
      <a:lvl4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4pPr>
      <a:lvl5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5pPr>
      <a:lvl6pPr marL="4572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6pPr>
      <a:lvl7pPr marL="9144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7pPr>
      <a:lvl8pPr marL="13716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8pPr>
      <a:lvl9pPr marL="18288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D1A42"/>
        </a:buClr>
        <a:buFont typeface="Arial" charset="0"/>
        <a:buChar char="•"/>
        <a:defRPr sz="32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6A8012"/>
        </a:buClr>
        <a:buSzPct val="100000"/>
        <a:buFont typeface="Arial" charset="0"/>
        <a:buChar char="–"/>
        <a:defRPr sz="28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6D1A42"/>
        </a:buClr>
        <a:buFont typeface="Arial" charset="0"/>
        <a:buChar char="•"/>
        <a:defRPr sz="24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6A8012"/>
        </a:buClr>
        <a:buFont typeface="Arial" charset="0"/>
        <a:buChar char="–"/>
        <a:defRPr sz="20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685C53"/>
          </a:solidFill>
          <a:latin typeface="Myriad Pro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2526A-952A-316E-AACD-CB9F90B28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F2D26A-1E92-2425-C3F4-8659E2EA3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38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3399AF8-88DE-9D12-B62A-5D6828469A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39FE443-4DA4-7700-9F36-5A27FA25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课程目标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6526BCE-525C-9E94-6E4C-BF7DFC0D4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了解从基层领导者和运营领导者角色转换的挑战，并系统性理解运营领导者角色及要务。</a:t>
            </a:r>
            <a:endParaRPr lang="en-US" altLang="zh-CN" dirty="0"/>
          </a:p>
          <a:p>
            <a:r>
              <a:rPr lang="zh-CN" altLang="en-US" dirty="0"/>
              <a:t>结合 </a:t>
            </a:r>
            <a:r>
              <a:rPr lang="en-US" altLang="zh-CN" dirty="0"/>
              <a:t>GBMAX</a:t>
            </a:r>
            <a:r>
              <a:rPr lang="zh-CN" altLang="en-US" dirty="0"/>
              <a:t> 业务挑战，思考</a:t>
            </a:r>
            <a:r>
              <a:rPr lang="en-US" altLang="zh-CN" dirty="0"/>
              <a:t>OM</a:t>
            </a:r>
            <a:r>
              <a:rPr lang="zh-CN" altLang="en-US" dirty="0"/>
              <a:t>角色重中之中，并结合实际案例，反思并重塑对</a:t>
            </a:r>
            <a:r>
              <a:rPr lang="en-US" altLang="zh-CN" dirty="0"/>
              <a:t>OM</a:t>
            </a:r>
            <a:r>
              <a:rPr lang="zh-CN" altLang="en-US" dirty="0"/>
              <a:t>角色的理解。</a:t>
            </a:r>
            <a:endParaRPr lang="en-US" altLang="zh-CN" dirty="0"/>
          </a:p>
          <a:p>
            <a:r>
              <a:rPr lang="zh-CN" altLang="en-US" dirty="0"/>
              <a:t>洞察自我与角色之间的异同，助力自我发展，升级你的领导力品牌。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439F0F-2EF2-008A-06D9-B77A2AC9DFAF}"/>
              </a:ext>
            </a:extLst>
          </p:cNvPr>
          <p:cNvSpPr txBox="1"/>
          <p:nvPr/>
        </p:nvSpPr>
        <p:spPr>
          <a:xfrm>
            <a:off x="1162229" y="5204389"/>
            <a:ext cx="347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片子重做得美美得</a:t>
            </a:r>
          </a:p>
        </p:txBody>
      </p:sp>
    </p:spTree>
    <p:extLst>
      <p:ext uri="{BB962C8B-B14F-4D97-AF65-F5344CB8AC3E}">
        <p14:creationId xmlns:p14="http://schemas.microsoft.com/office/powerpoint/2010/main" val="55759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19F9212-416D-4EF9-8584-9591801C07DE}"/>
              </a:ext>
            </a:extLst>
          </p:cNvPr>
          <p:cNvPicPr/>
          <p:nvPr/>
        </p:nvPicPr>
        <p:blipFill rotWithShape="1">
          <a:blip r:embed="rId3"/>
          <a:srcRect l="15741" t="10909" r="14699" b="59317"/>
          <a:stretch/>
        </p:blipFill>
        <p:spPr bwMode="auto">
          <a:xfrm>
            <a:off x="1265123" y="2223297"/>
            <a:ext cx="5939064" cy="3657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01828" name="Rectangle 4"/>
          <p:cNvSpPr>
            <a:spLocks noChangeArrowheads="1"/>
          </p:cNvSpPr>
          <p:nvPr/>
        </p:nvSpPr>
        <p:spPr bwMode="auto">
          <a:xfrm>
            <a:off x="6781800" y="2660729"/>
            <a:ext cx="3413372" cy="167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4950" indent="-2349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31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7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管理多个团队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倚重下属专业度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减少日常运营事务参与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确保跨部门沟通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418" name="AutoShape 10"/>
          <p:cNvSpPr>
            <a:spLocks noChangeArrowheads="1"/>
          </p:cNvSpPr>
          <p:nvPr/>
        </p:nvSpPr>
        <p:spPr bwMode="ltGray">
          <a:xfrm rot="10800000">
            <a:off x="3257550" y="3804725"/>
            <a:ext cx="1954212" cy="512207"/>
          </a:xfrm>
          <a:custGeom>
            <a:avLst/>
            <a:gdLst>
              <a:gd name="T0" fmla="*/ 2147483647 w 21600"/>
              <a:gd name="T1" fmla="*/ 13343330 h 21600"/>
              <a:gd name="T2" fmla="*/ 2147483647 w 21600"/>
              <a:gd name="T3" fmla="*/ 26686541 h 21600"/>
              <a:gd name="T4" fmla="*/ 933094160 w 21600"/>
              <a:gd name="T5" fmla="*/ 1334333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60 w 21600"/>
              <a:gd name="T13" fmla="*/ 3060 h 21600"/>
              <a:gd name="T14" fmla="*/ 18540 w 21600"/>
              <a:gd name="T15" fmla="*/ 1854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519" y="21600"/>
                </a:lnTo>
                <a:lnTo>
                  <a:pt x="19081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F491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37895" name="AutoShape 7"/>
          <p:cNvSpPr>
            <a:spLocks noChangeArrowheads="1"/>
          </p:cNvSpPr>
          <p:nvPr/>
        </p:nvSpPr>
        <p:spPr bwMode="auto">
          <a:xfrm>
            <a:off x="4194175" y="3639412"/>
            <a:ext cx="366960" cy="82537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31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7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9B3691FF-9054-495A-B468-4D26D3CCA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273" y="1098524"/>
            <a:ext cx="4657725" cy="5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31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7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FC0128"/>
              </a:buClr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基层领导者到运营领导者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1CDC54-2EDC-41A0-6B90-EB6B5A0F58CA}"/>
              </a:ext>
            </a:extLst>
          </p:cNvPr>
          <p:cNvSpPr txBox="1"/>
          <p:nvPr/>
        </p:nvSpPr>
        <p:spPr>
          <a:xfrm>
            <a:off x="7605757" y="4794191"/>
            <a:ext cx="3478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重做三角形，色调调整，浅金色、深金色拉开对比度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微软雅黑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三角形保留三层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微软雅黑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最下一层，添加文字，基层领导者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B01BC2-E78A-C9B0-7FF5-DCD3718F6253}"/>
              </a:ext>
            </a:extLst>
          </p:cNvPr>
          <p:cNvSpPr/>
          <p:nvPr/>
        </p:nvSpPr>
        <p:spPr>
          <a:xfrm>
            <a:off x="1470025" y="4540805"/>
            <a:ext cx="5448300" cy="9048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删去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A34189-4172-3F2F-40ED-959080F5FF23}"/>
              </a:ext>
            </a:extLst>
          </p:cNvPr>
          <p:cNvSpPr/>
          <p:nvPr/>
        </p:nvSpPr>
        <p:spPr>
          <a:xfrm>
            <a:off x="4642769" y="3976712"/>
            <a:ext cx="1521494" cy="4141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添加文字“基层领导者”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080C8C-74BE-B93A-EE00-7636942EBBE2}"/>
              </a:ext>
            </a:extLst>
          </p:cNvPr>
          <p:cNvSpPr/>
          <p:nvPr/>
        </p:nvSpPr>
        <p:spPr>
          <a:xfrm>
            <a:off x="552450" y="1132297"/>
            <a:ext cx="1143000" cy="10160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66220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828" grpId="0"/>
      <p:bldP spid="174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B6B62-C989-1292-AF8B-91CAD457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636665" cy="611736"/>
          </a:xfrm>
        </p:spPr>
        <p:txBody>
          <a:bodyPr/>
          <a:lstStyle/>
          <a:p>
            <a:r>
              <a:rPr lang="zh-CN" altLang="en-US" sz="3200" dirty="0"/>
              <a:t>案例二：区域经理就是要解决店经理没法解决的问题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69FE0D-5C42-60E2-541A-5A6BDCE9AA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FFFEE44-AB4A-D900-EE11-EAE723F2864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4238625" y="1292570"/>
            <a:ext cx="7246922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店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店庆要完成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4000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万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挑战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目标，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为此公司设计了一个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POP Up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活动。已经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三天了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销量较之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平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没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变化，店经理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看不出问题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哪里，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你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从数据看到引流不行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（？）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为此产生一系列疑问：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为什么引流不足？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用了什么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方法？谁负责？谁培训？排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班有没有问题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？ 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你到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现场，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发现客人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试衣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的地方放了一颗装饰的大树，很美，但造成试衣的空间很小，客人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没地方放衣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物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你看到个人的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Hermes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包包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只能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放地上，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体验很差，当即你就跟相关人员商量决定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把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大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树搬走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，调整了现场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接下来的几天销量就得到明显好转。</a:t>
            </a:r>
            <a:endParaRPr lang="en-US" altLang="zh-CN" sz="16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请各自标出你对这些行动支持的程度：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不支持</a:t>
            </a:r>
            <a:r>
              <a:rPr lang="en-US" altLang="zh-CN" sz="1600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……………………………………………….</a:t>
            </a:r>
            <a:r>
              <a:rPr lang="zh-CN" altLang="en-US" sz="1600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endParaRPr lang="en-US" altLang="zh-CN" sz="1600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dirty="0">
              <a:solidFill>
                <a:srgbClr val="0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有哪些行动你是支持的？为什么？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有哪些行动你是不支持的？为什么？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如果你是这位区域经理，会有哪些不同做法？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74F054-277B-4E37-27F4-C1615CA45767}"/>
              </a:ext>
            </a:extLst>
          </p:cNvPr>
          <p:cNvSpPr txBox="1"/>
          <p:nvPr/>
        </p:nvSpPr>
        <p:spPr>
          <a:xfrm>
            <a:off x="673070" y="5910262"/>
            <a:ext cx="347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左边加一张图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BDB59B-0B92-CF55-C082-0E610AE877B0}"/>
              </a:ext>
            </a:extLst>
          </p:cNvPr>
          <p:cNvSpPr/>
          <p:nvPr/>
        </p:nvSpPr>
        <p:spPr>
          <a:xfrm>
            <a:off x="673070" y="1359448"/>
            <a:ext cx="2860705" cy="43365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1CA85E0-EA83-AD23-66C6-2AB7A3537CDE}"/>
              </a:ext>
            </a:extLst>
          </p:cNvPr>
          <p:cNvSpPr/>
          <p:nvPr/>
        </p:nvSpPr>
        <p:spPr>
          <a:xfrm>
            <a:off x="-485775" y="636997"/>
            <a:ext cx="1143000" cy="1016026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6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5"/>
          <p:cNvSpPr>
            <a:spLocks/>
          </p:cNvSpPr>
          <p:nvPr/>
        </p:nvSpPr>
        <p:spPr bwMode="auto">
          <a:xfrm>
            <a:off x="2891158" y="2193807"/>
            <a:ext cx="6499208" cy="3672408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26000">
                <a:schemeClr val="accent2">
                  <a:lumMod val="60000"/>
                  <a:lumOff val="40000"/>
                </a:schemeClr>
              </a:gs>
              <a:gs pos="55000">
                <a:schemeClr val="accent2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9" name="Rectangle 1026"/>
          <p:cNvSpPr txBox="1">
            <a:spLocks noChangeArrowheads="1"/>
          </p:cNvSpPr>
          <p:nvPr/>
        </p:nvSpPr>
        <p:spPr>
          <a:xfrm>
            <a:off x="2131012" y="573336"/>
            <a:ext cx="4607174" cy="578834"/>
          </a:xfrm>
          <a:prstGeom prst="rect">
            <a:avLst/>
          </a:prstGeom>
          <a:noFill/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优质决策五步曲</a:t>
            </a:r>
            <a:endParaRPr kumimoji="0" lang="en-US" altLang="zh-TW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335033" y="4333337"/>
            <a:ext cx="3240052" cy="831212"/>
            <a:chOff x="-442625" y="4409495"/>
            <a:chExt cx="4320070" cy="1108282"/>
          </a:xfrm>
        </p:grpSpPr>
        <p:sp>
          <p:nvSpPr>
            <p:cNvPr id="33" name="Oval 46"/>
            <p:cNvSpPr/>
            <p:nvPr/>
          </p:nvSpPr>
          <p:spPr>
            <a:xfrm flipH="1">
              <a:off x="2992013" y="4409495"/>
              <a:ext cx="885432" cy="885432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34" name="矩形 7"/>
            <p:cNvSpPr/>
            <p:nvPr/>
          </p:nvSpPr>
          <p:spPr>
            <a:xfrm>
              <a:off x="-442625" y="4452871"/>
              <a:ext cx="3570565" cy="10649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8D35E">
                      <a:lumMod val="75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4.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评估方案，去芜存菁</a:t>
              </a:r>
            </a:p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Evaluate alternatives </a:t>
              </a:r>
            </a:p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and choose the best</a:t>
              </a:r>
            </a:p>
          </p:txBody>
        </p:sp>
        <p:sp>
          <p:nvSpPr>
            <p:cNvPr id="36" name="Freeform 105"/>
            <p:cNvSpPr>
              <a:spLocks noEditPoints="1"/>
            </p:cNvSpPr>
            <p:nvPr/>
          </p:nvSpPr>
          <p:spPr bwMode="auto">
            <a:xfrm>
              <a:off x="3162650" y="4560469"/>
              <a:ext cx="473246" cy="466387"/>
            </a:xfrm>
            <a:custGeom>
              <a:avLst/>
              <a:gdLst/>
              <a:ahLst/>
              <a:cxnLst>
                <a:cxn ang="0">
                  <a:pos x="59" y="63"/>
                </a:cxn>
                <a:cxn ang="0">
                  <a:pos x="55" y="61"/>
                </a:cxn>
                <a:cxn ang="0">
                  <a:pos x="42" y="48"/>
                </a:cxn>
                <a:cxn ang="0">
                  <a:pos x="27" y="53"/>
                </a:cxn>
                <a:cxn ang="0">
                  <a:pos x="0" y="26"/>
                </a:cxn>
                <a:cxn ang="0">
                  <a:pos x="27" y="0"/>
                </a:cxn>
                <a:cxn ang="0">
                  <a:pos x="54" y="26"/>
                </a:cxn>
                <a:cxn ang="0">
                  <a:pos x="49" y="41"/>
                </a:cxn>
                <a:cxn ang="0">
                  <a:pos x="62" y="54"/>
                </a:cxn>
                <a:cxn ang="0">
                  <a:pos x="64" y="58"/>
                </a:cxn>
                <a:cxn ang="0">
                  <a:pos x="59" y="63"/>
                </a:cxn>
                <a:cxn ang="0">
                  <a:pos x="27" y="9"/>
                </a:cxn>
                <a:cxn ang="0">
                  <a:pos x="10" y="26"/>
                </a:cxn>
                <a:cxn ang="0">
                  <a:pos x="27" y="43"/>
                </a:cxn>
                <a:cxn ang="0">
                  <a:pos x="44" y="26"/>
                </a:cxn>
                <a:cxn ang="0">
                  <a:pos x="27" y="9"/>
                </a:cxn>
              </a:cxnLst>
              <a:rect l="0" t="0" r="r" b="b"/>
              <a:pathLst>
                <a:path w="64" h="63">
                  <a:moveTo>
                    <a:pt x="59" y="63"/>
                  </a:moveTo>
                  <a:cubicBezTo>
                    <a:pt x="57" y="63"/>
                    <a:pt x="56" y="62"/>
                    <a:pt x="55" y="61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8" y="51"/>
                    <a:pt x="33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32"/>
                    <a:pt x="52" y="37"/>
                    <a:pt x="49" y="41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3" y="55"/>
                    <a:pt x="64" y="57"/>
                    <a:pt x="64" y="58"/>
                  </a:cubicBezTo>
                  <a:cubicBezTo>
                    <a:pt x="64" y="61"/>
                    <a:pt x="61" y="63"/>
                    <a:pt x="59" y="63"/>
                  </a:cubicBezTo>
                  <a:close/>
                  <a:moveTo>
                    <a:pt x="27" y="9"/>
                  </a:moveTo>
                  <a:cubicBezTo>
                    <a:pt x="18" y="9"/>
                    <a:pt x="10" y="17"/>
                    <a:pt x="10" y="26"/>
                  </a:cubicBezTo>
                  <a:cubicBezTo>
                    <a:pt x="10" y="36"/>
                    <a:pt x="18" y="43"/>
                    <a:pt x="27" y="43"/>
                  </a:cubicBezTo>
                  <a:cubicBezTo>
                    <a:pt x="37" y="43"/>
                    <a:pt x="44" y="36"/>
                    <a:pt x="44" y="26"/>
                  </a:cubicBezTo>
                  <a:cubicBezTo>
                    <a:pt x="44" y="17"/>
                    <a:pt x="37" y="9"/>
                    <a:pt x="27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4CBC5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211291" y="1801865"/>
            <a:ext cx="5482243" cy="798680"/>
            <a:chOff x="2059054" y="1034203"/>
            <a:chExt cx="7309657" cy="1064906"/>
          </a:xfrm>
        </p:grpSpPr>
        <p:sp>
          <p:nvSpPr>
            <p:cNvPr id="38" name="矩形 1"/>
            <p:cNvSpPr/>
            <p:nvPr/>
          </p:nvSpPr>
          <p:spPr>
            <a:xfrm>
              <a:off x="3005826" y="1034203"/>
              <a:ext cx="6362885" cy="10649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B6AA3"/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1.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B6AA3"/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定义期望结果、准则与内容</a:t>
              </a:r>
            </a:p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B6AA3"/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Define the desired outcomes, </a:t>
              </a:r>
            </a:p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B6AA3"/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criteria, and decision</a:t>
              </a:r>
            </a:p>
          </p:txBody>
        </p:sp>
        <p:sp>
          <p:nvSpPr>
            <p:cNvPr id="39" name="Oval 46"/>
            <p:cNvSpPr/>
            <p:nvPr/>
          </p:nvSpPr>
          <p:spPr>
            <a:xfrm flipH="1">
              <a:off x="2059054" y="1048599"/>
              <a:ext cx="885432" cy="885432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0" name="Freeform 67"/>
            <p:cNvSpPr>
              <a:spLocks noEditPoints="1"/>
            </p:cNvSpPr>
            <p:nvPr/>
          </p:nvSpPr>
          <p:spPr bwMode="auto">
            <a:xfrm flipH="1">
              <a:off x="2119971" y="1226637"/>
              <a:ext cx="641034" cy="526066"/>
            </a:xfrm>
            <a:custGeom>
              <a:avLst/>
              <a:gdLst>
                <a:gd name="T0" fmla="*/ 295 w 368"/>
                <a:gd name="T1" fmla="*/ 51 h 302"/>
                <a:gd name="T2" fmla="*/ 347 w 368"/>
                <a:gd name="T3" fmla="*/ 27 h 302"/>
                <a:gd name="T4" fmla="*/ 350 w 368"/>
                <a:gd name="T5" fmla="*/ 30 h 302"/>
                <a:gd name="T6" fmla="*/ 365 w 368"/>
                <a:gd name="T7" fmla="*/ 61 h 302"/>
                <a:gd name="T8" fmla="*/ 365 w 368"/>
                <a:gd name="T9" fmla="*/ 67 h 302"/>
                <a:gd name="T10" fmla="*/ 314 w 368"/>
                <a:gd name="T11" fmla="*/ 91 h 302"/>
                <a:gd name="T12" fmla="*/ 223 w 368"/>
                <a:gd name="T13" fmla="*/ 133 h 302"/>
                <a:gd name="T14" fmla="*/ 223 w 368"/>
                <a:gd name="T15" fmla="*/ 136 h 302"/>
                <a:gd name="T16" fmla="*/ 145 w 368"/>
                <a:gd name="T17" fmla="*/ 145 h 302"/>
                <a:gd name="T18" fmla="*/ 142 w 368"/>
                <a:gd name="T19" fmla="*/ 142 h 302"/>
                <a:gd name="T20" fmla="*/ 199 w 368"/>
                <a:gd name="T21" fmla="*/ 88 h 302"/>
                <a:gd name="T22" fmla="*/ 202 w 368"/>
                <a:gd name="T23" fmla="*/ 88 h 302"/>
                <a:gd name="T24" fmla="*/ 283 w 368"/>
                <a:gd name="T25" fmla="*/ 67 h 302"/>
                <a:gd name="T26" fmla="*/ 142 w 368"/>
                <a:gd name="T27" fmla="*/ 76 h 302"/>
                <a:gd name="T28" fmla="*/ 105 w 368"/>
                <a:gd name="T29" fmla="*/ 88 h 302"/>
                <a:gd name="T30" fmla="*/ 81 w 368"/>
                <a:gd name="T31" fmla="*/ 115 h 302"/>
                <a:gd name="T32" fmla="*/ 78 w 368"/>
                <a:gd name="T33" fmla="*/ 139 h 302"/>
                <a:gd name="T34" fmla="*/ 87 w 368"/>
                <a:gd name="T35" fmla="*/ 175 h 302"/>
                <a:gd name="T36" fmla="*/ 117 w 368"/>
                <a:gd name="T37" fmla="*/ 199 h 302"/>
                <a:gd name="T38" fmla="*/ 142 w 368"/>
                <a:gd name="T39" fmla="*/ 202 h 302"/>
                <a:gd name="T40" fmla="*/ 172 w 368"/>
                <a:gd name="T41" fmla="*/ 196 h 302"/>
                <a:gd name="T42" fmla="*/ 199 w 368"/>
                <a:gd name="T43" fmla="*/ 163 h 302"/>
                <a:gd name="T44" fmla="*/ 169 w 368"/>
                <a:gd name="T45" fmla="*/ 157 h 302"/>
                <a:gd name="T46" fmla="*/ 151 w 368"/>
                <a:gd name="T47" fmla="*/ 172 h 302"/>
                <a:gd name="T48" fmla="*/ 129 w 368"/>
                <a:gd name="T49" fmla="*/ 169 h 302"/>
                <a:gd name="T50" fmla="*/ 108 w 368"/>
                <a:gd name="T51" fmla="*/ 139 h 302"/>
                <a:gd name="T52" fmla="*/ 117 w 368"/>
                <a:gd name="T53" fmla="*/ 118 h 302"/>
                <a:gd name="T54" fmla="*/ 142 w 368"/>
                <a:gd name="T55" fmla="*/ 109 h 302"/>
                <a:gd name="T56" fmla="*/ 178 w 368"/>
                <a:gd name="T57" fmla="*/ 88 h 302"/>
                <a:gd name="T58" fmla="*/ 142 w 368"/>
                <a:gd name="T59" fmla="*/ 76 h 302"/>
                <a:gd name="T60" fmla="*/ 211 w 368"/>
                <a:gd name="T61" fmla="*/ 281 h 302"/>
                <a:gd name="T62" fmla="*/ 232 w 368"/>
                <a:gd name="T63" fmla="*/ 299 h 302"/>
                <a:gd name="T64" fmla="*/ 256 w 368"/>
                <a:gd name="T65" fmla="*/ 293 h 302"/>
                <a:gd name="T66" fmla="*/ 259 w 368"/>
                <a:gd name="T67" fmla="*/ 272 h 302"/>
                <a:gd name="T68" fmla="*/ 235 w 368"/>
                <a:gd name="T69" fmla="*/ 245 h 302"/>
                <a:gd name="T70" fmla="*/ 280 w 368"/>
                <a:gd name="T71" fmla="*/ 172 h 302"/>
                <a:gd name="T72" fmla="*/ 280 w 368"/>
                <a:gd name="T73" fmla="*/ 124 h 302"/>
                <a:gd name="T74" fmla="*/ 247 w 368"/>
                <a:gd name="T75" fmla="*/ 121 h 302"/>
                <a:gd name="T76" fmla="*/ 247 w 368"/>
                <a:gd name="T77" fmla="*/ 163 h 302"/>
                <a:gd name="T78" fmla="*/ 217 w 368"/>
                <a:gd name="T79" fmla="*/ 217 h 302"/>
                <a:gd name="T80" fmla="*/ 163 w 368"/>
                <a:gd name="T81" fmla="*/ 248 h 302"/>
                <a:gd name="T82" fmla="*/ 120 w 368"/>
                <a:gd name="T83" fmla="*/ 248 h 302"/>
                <a:gd name="T84" fmla="*/ 63 w 368"/>
                <a:gd name="T85" fmla="*/ 217 h 302"/>
                <a:gd name="T86" fmla="*/ 36 w 368"/>
                <a:gd name="T87" fmla="*/ 163 h 302"/>
                <a:gd name="T88" fmla="*/ 36 w 368"/>
                <a:gd name="T89" fmla="*/ 118 h 302"/>
                <a:gd name="T90" fmla="*/ 63 w 368"/>
                <a:gd name="T91" fmla="*/ 64 h 302"/>
                <a:gd name="T92" fmla="*/ 120 w 368"/>
                <a:gd name="T93" fmla="*/ 33 h 302"/>
                <a:gd name="T94" fmla="*/ 166 w 368"/>
                <a:gd name="T95" fmla="*/ 36 h 302"/>
                <a:gd name="T96" fmla="*/ 229 w 368"/>
                <a:gd name="T97" fmla="*/ 76 h 302"/>
                <a:gd name="T98" fmla="*/ 241 w 368"/>
                <a:gd name="T99" fmla="*/ 39 h 302"/>
                <a:gd name="T100" fmla="*/ 166 w 368"/>
                <a:gd name="T101" fmla="*/ 0 h 302"/>
                <a:gd name="T102" fmla="*/ 142 w 368"/>
                <a:gd name="T103" fmla="*/ 0 h 302"/>
                <a:gd name="T104" fmla="*/ 63 w 368"/>
                <a:gd name="T105" fmla="*/ 21 h 302"/>
                <a:gd name="T106" fmla="*/ 12 w 368"/>
                <a:gd name="T107" fmla="*/ 85 h 302"/>
                <a:gd name="T108" fmla="*/ 0 w 368"/>
                <a:gd name="T109" fmla="*/ 142 h 302"/>
                <a:gd name="T110" fmla="*/ 27 w 368"/>
                <a:gd name="T111" fmla="*/ 224 h 302"/>
                <a:gd name="T112" fmla="*/ 27 w 368"/>
                <a:gd name="T113" fmla="*/ 266 h 302"/>
                <a:gd name="T114" fmla="*/ 24 w 368"/>
                <a:gd name="T115" fmla="*/ 287 h 302"/>
                <a:gd name="T116" fmla="*/ 42 w 368"/>
                <a:gd name="T117" fmla="*/ 302 h 302"/>
                <a:gd name="T118" fmla="*/ 57 w 368"/>
                <a:gd name="T119" fmla="*/ 296 h 302"/>
                <a:gd name="T120" fmla="*/ 81 w 368"/>
                <a:gd name="T121" fmla="*/ 269 h 302"/>
                <a:gd name="T122" fmla="*/ 142 w 368"/>
                <a:gd name="T123" fmla="*/ 281 h 302"/>
                <a:gd name="T124" fmla="*/ 202 w 368"/>
                <a:gd name="T125" fmla="*/ 269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8" h="302">
                  <a:moveTo>
                    <a:pt x="283" y="67"/>
                  </a:moveTo>
                  <a:lnTo>
                    <a:pt x="295" y="51"/>
                  </a:lnTo>
                  <a:lnTo>
                    <a:pt x="295" y="51"/>
                  </a:lnTo>
                  <a:lnTo>
                    <a:pt x="295" y="48"/>
                  </a:lnTo>
                  <a:lnTo>
                    <a:pt x="347" y="27"/>
                  </a:lnTo>
                  <a:lnTo>
                    <a:pt x="347" y="27"/>
                  </a:lnTo>
                  <a:lnTo>
                    <a:pt x="350" y="27"/>
                  </a:lnTo>
                  <a:lnTo>
                    <a:pt x="350" y="27"/>
                  </a:lnTo>
                  <a:lnTo>
                    <a:pt x="350" y="30"/>
                  </a:lnTo>
                  <a:lnTo>
                    <a:pt x="335" y="55"/>
                  </a:lnTo>
                  <a:lnTo>
                    <a:pt x="365" y="61"/>
                  </a:lnTo>
                  <a:lnTo>
                    <a:pt x="365" y="61"/>
                  </a:lnTo>
                  <a:lnTo>
                    <a:pt x="368" y="64"/>
                  </a:lnTo>
                  <a:lnTo>
                    <a:pt x="368" y="64"/>
                  </a:lnTo>
                  <a:lnTo>
                    <a:pt x="365" y="67"/>
                  </a:lnTo>
                  <a:lnTo>
                    <a:pt x="314" y="91"/>
                  </a:lnTo>
                  <a:lnTo>
                    <a:pt x="314" y="91"/>
                  </a:lnTo>
                  <a:lnTo>
                    <a:pt x="314" y="91"/>
                  </a:lnTo>
                  <a:lnTo>
                    <a:pt x="289" y="88"/>
                  </a:lnTo>
                  <a:lnTo>
                    <a:pt x="217" y="118"/>
                  </a:lnTo>
                  <a:lnTo>
                    <a:pt x="223" y="133"/>
                  </a:lnTo>
                  <a:lnTo>
                    <a:pt x="223" y="133"/>
                  </a:lnTo>
                  <a:lnTo>
                    <a:pt x="223" y="136"/>
                  </a:lnTo>
                  <a:lnTo>
                    <a:pt x="223" y="136"/>
                  </a:lnTo>
                  <a:lnTo>
                    <a:pt x="223" y="136"/>
                  </a:lnTo>
                  <a:lnTo>
                    <a:pt x="223" y="136"/>
                  </a:lnTo>
                  <a:lnTo>
                    <a:pt x="145" y="145"/>
                  </a:lnTo>
                  <a:lnTo>
                    <a:pt x="145" y="145"/>
                  </a:lnTo>
                  <a:lnTo>
                    <a:pt x="142" y="142"/>
                  </a:lnTo>
                  <a:lnTo>
                    <a:pt x="142" y="142"/>
                  </a:lnTo>
                  <a:lnTo>
                    <a:pt x="145" y="139"/>
                  </a:lnTo>
                  <a:lnTo>
                    <a:pt x="145" y="139"/>
                  </a:lnTo>
                  <a:lnTo>
                    <a:pt x="199" y="88"/>
                  </a:lnTo>
                  <a:lnTo>
                    <a:pt x="199" y="88"/>
                  </a:lnTo>
                  <a:lnTo>
                    <a:pt x="202" y="88"/>
                  </a:lnTo>
                  <a:lnTo>
                    <a:pt x="202" y="88"/>
                  </a:lnTo>
                  <a:lnTo>
                    <a:pt x="205" y="88"/>
                  </a:lnTo>
                  <a:lnTo>
                    <a:pt x="211" y="100"/>
                  </a:lnTo>
                  <a:lnTo>
                    <a:pt x="283" y="67"/>
                  </a:lnTo>
                  <a:lnTo>
                    <a:pt x="283" y="67"/>
                  </a:lnTo>
                  <a:close/>
                  <a:moveTo>
                    <a:pt x="142" y="76"/>
                  </a:moveTo>
                  <a:lnTo>
                    <a:pt x="142" y="76"/>
                  </a:lnTo>
                  <a:lnTo>
                    <a:pt x="129" y="79"/>
                  </a:lnTo>
                  <a:lnTo>
                    <a:pt x="117" y="82"/>
                  </a:lnTo>
                  <a:lnTo>
                    <a:pt x="105" y="88"/>
                  </a:lnTo>
                  <a:lnTo>
                    <a:pt x="96" y="94"/>
                  </a:lnTo>
                  <a:lnTo>
                    <a:pt x="87" y="106"/>
                  </a:lnTo>
                  <a:lnTo>
                    <a:pt x="81" y="115"/>
                  </a:lnTo>
                  <a:lnTo>
                    <a:pt x="78" y="127"/>
                  </a:lnTo>
                  <a:lnTo>
                    <a:pt x="78" y="139"/>
                  </a:lnTo>
                  <a:lnTo>
                    <a:pt x="78" y="139"/>
                  </a:lnTo>
                  <a:lnTo>
                    <a:pt x="78" y="154"/>
                  </a:lnTo>
                  <a:lnTo>
                    <a:pt x="81" y="166"/>
                  </a:lnTo>
                  <a:lnTo>
                    <a:pt x="87" y="175"/>
                  </a:lnTo>
                  <a:lnTo>
                    <a:pt x="96" y="184"/>
                  </a:lnTo>
                  <a:lnTo>
                    <a:pt x="105" y="193"/>
                  </a:lnTo>
                  <a:lnTo>
                    <a:pt x="117" y="199"/>
                  </a:lnTo>
                  <a:lnTo>
                    <a:pt x="129" y="202"/>
                  </a:lnTo>
                  <a:lnTo>
                    <a:pt x="142" y="202"/>
                  </a:lnTo>
                  <a:lnTo>
                    <a:pt x="142" y="202"/>
                  </a:lnTo>
                  <a:lnTo>
                    <a:pt x="154" y="202"/>
                  </a:lnTo>
                  <a:lnTo>
                    <a:pt x="163" y="199"/>
                  </a:lnTo>
                  <a:lnTo>
                    <a:pt x="172" y="196"/>
                  </a:lnTo>
                  <a:lnTo>
                    <a:pt x="181" y="190"/>
                  </a:lnTo>
                  <a:lnTo>
                    <a:pt x="196" y="172"/>
                  </a:lnTo>
                  <a:lnTo>
                    <a:pt x="199" y="163"/>
                  </a:lnTo>
                  <a:lnTo>
                    <a:pt x="202" y="154"/>
                  </a:lnTo>
                  <a:lnTo>
                    <a:pt x="169" y="157"/>
                  </a:lnTo>
                  <a:lnTo>
                    <a:pt x="169" y="157"/>
                  </a:lnTo>
                  <a:lnTo>
                    <a:pt x="163" y="163"/>
                  </a:lnTo>
                  <a:lnTo>
                    <a:pt x="157" y="169"/>
                  </a:lnTo>
                  <a:lnTo>
                    <a:pt x="151" y="172"/>
                  </a:lnTo>
                  <a:lnTo>
                    <a:pt x="142" y="172"/>
                  </a:lnTo>
                  <a:lnTo>
                    <a:pt x="142" y="172"/>
                  </a:lnTo>
                  <a:lnTo>
                    <a:pt x="129" y="169"/>
                  </a:lnTo>
                  <a:lnTo>
                    <a:pt x="117" y="163"/>
                  </a:lnTo>
                  <a:lnTo>
                    <a:pt x="111" y="154"/>
                  </a:lnTo>
                  <a:lnTo>
                    <a:pt x="108" y="139"/>
                  </a:lnTo>
                  <a:lnTo>
                    <a:pt x="108" y="139"/>
                  </a:lnTo>
                  <a:lnTo>
                    <a:pt x="111" y="127"/>
                  </a:lnTo>
                  <a:lnTo>
                    <a:pt x="117" y="118"/>
                  </a:lnTo>
                  <a:lnTo>
                    <a:pt x="129" y="109"/>
                  </a:lnTo>
                  <a:lnTo>
                    <a:pt x="142" y="109"/>
                  </a:lnTo>
                  <a:lnTo>
                    <a:pt x="142" y="109"/>
                  </a:lnTo>
                  <a:lnTo>
                    <a:pt x="154" y="109"/>
                  </a:lnTo>
                  <a:lnTo>
                    <a:pt x="178" y="88"/>
                  </a:lnTo>
                  <a:lnTo>
                    <a:pt x="178" y="88"/>
                  </a:lnTo>
                  <a:lnTo>
                    <a:pt x="160" y="79"/>
                  </a:lnTo>
                  <a:lnTo>
                    <a:pt x="142" y="76"/>
                  </a:lnTo>
                  <a:lnTo>
                    <a:pt x="142" y="76"/>
                  </a:lnTo>
                  <a:close/>
                  <a:moveTo>
                    <a:pt x="202" y="269"/>
                  </a:moveTo>
                  <a:lnTo>
                    <a:pt x="202" y="269"/>
                  </a:lnTo>
                  <a:lnTo>
                    <a:pt x="211" y="281"/>
                  </a:lnTo>
                  <a:lnTo>
                    <a:pt x="226" y="296"/>
                  </a:lnTo>
                  <a:lnTo>
                    <a:pt x="226" y="296"/>
                  </a:lnTo>
                  <a:lnTo>
                    <a:pt x="232" y="299"/>
                  </a:lnTo>
                  <a:lnTo>
                    <a:pt x="241" y="302"/>
                  </a:lnTo>
                  <a:lnTo>
                    <a:pt x="247" y="299"/>
                  </a:lnTo>
                  <a:lnTo>
                    <a:pt x="256" y="293"/>
                  </a:lnTo>
                  <a:lnTo>
                    <a:pt x="259" y="287"/>
                  </a:lnTo>
                  <a:lnTo>
                    <a:pt x="262" y="281"/>
                  </a:lnTo>
                  <a:lnTo>
                    <a:pt x="259" y="272"/>
                  </a:lnTo>
                  <a:lnTo>
                    <a:pt x="256" y="266"/>
                  </a:lnTo>
                  <a:lnTo>
                    <a:pt x="235" y="245"/>
                  </a:lnTo>
                  <a:lnTo>
                    <a:pt x="235" y="245"/>
                  </a:lnTo>
                  <a:lnTo>
                    <a:pt x="256" y="224"/>
                  </a:lnTo>
                  <a:lnTo>
                    <a:pt x="271" y="199"/>
                  </a:lnTo>
                  <a:lnTo>
                    <a:pt x="280" y="172"/>
                  </a:lnTo>
                  <a:lnTo>
                    <a:pt x="283" y="142"/>
                  </a:lnTo>
                  <a:lnTo>
                    <a:pt x="283" y="142"/>
                  </a:lnTo>
                  <a:lnTo>
                    <a:pt x="280" y="124"/>
                  </a:lnTo>
                  <a:lnTo>
                    <a:pt x="277" y="109"/>
                  </a:lnTo>
                  <a:lnTo>
                    <a:pt x="247" y="121"/>
                  </a:lnTo>
                  <a:lnTo>
                    <a:pt x="247" y="121"/>
                  </a:lnTo>
                  <a:lnTo>
                    <a:pt x="250" y="139"/>
                  </a:lnTo>
                  <a:lnTo>
                    <a:pt x="250" y="139"/>
                  </a:lnTo>
                  <a:lnTo>
                    <a:pt x="247" y="163"/>
                  </a:lnTo>
                  <a:lnTo>
                    <a:pt x="241" y="181"/>
                  </a:lnTo>
                  <a:lnTo>
                    <a:pt x="232" y="202"/>
                  </a:lnTo>
                  <a:lnTo>
                    <a:pt x="217" y="217"/>
                  </a:lnTo>
                  <a:lnTo>
                    <a:pt x="202" y="230"/>
                  </a:lnTo>
                  <a:lnTo>
                    <a:pt x="184" y="242"/>
                  </a:lnTo>
                  <a:lnTo>
                    <a:pt x="163" y="248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20" y="248"/>
                  </a:lnTo>
                  <a:lnTo>
                    <a:pt x="99" y="242"/>
                  </a:lnTo>
                  <a:lnTo>
                    <a:pt x="81" y="230"/>
                  </a:lnTo>
                  <a:lnTo>
                    <a:pt x="63" y="217"/>
                  </a:lnTo>
                  <a:lnTo>
                    <a:pt x="51" y="202"/>
                  </a:lnTo>
                  <a:lnTo>
                    <a:pt x="42" y="181"/>
                  </a:lnTo>
                  <a:lnTo>
                    <a:pt x="36" y="163"/>
                  </a:lnTo>
                  <a:lnTo>
                    <a:pt x="33" y="139"/>
                  </a:lnTo>
                  <a:lnTo>
                    <a:pt x="33" y="139"/>
                  </a:lnTo>
                  <a:lnTo>
                    <a:pt x="36" y="118"/>
                  </a:lnTo>
                  <a:lnTo>
                    <a:pt x="42" y="100"/>
                  </a:lnTo>
                  <a:lnTo>
                    <a:pt x="51" y="79"/>
                  </a:lnTo>
                  <a:lnTo>
                    <a:pt x="63" y="64"/>
                  </a:lnTo>
                  <a:lnTo>
                    <a:pt x="81" y="51"/>
                  </a:lnTo>
                  <a:lnTo>
                    <a:pt x="99" y="39"/>
                  </a:lnTo>
                  <a:lnTo>
                    <a:pt x="120" y="33"/>
                  </a:lnTo>
                  <a:lnTo>
                    <a:pt x="142" y="33"/>
                  </a:lnTo>
                  <a:lnTo>
                    <a:pt x="142" y="33"/>
                  </a:lnTo>
                  <a:lnTo>
                    <a:pt x="166" y="36"/>
                  </a:lnTo>
                  <a:lnTo>
                    <a:pt x="190" y="45"/>
                  </a:lnTo>
                  <a:lnTo>
                    <a:pt x="211" y="58"/>
                  </a:lnTo>
                  <a:lnTo>
                    <a:pt x="229" y="76"/>
                  </a:lnTo>
                  <a:lnTo>
                    <a:pt x="259" y="64"/>
                  </a:lnTo>
                  <a:lnTo>
                    <a:pt x="259" y="64"/>
                  </a:lnTo>
                  <a:lnTo>
                    <a:pt x="241" y="39"/>
                  </a:lnTo>
                  <a:lnTo>
                    <a:pt x="220" y="21"/>
                  </a:lnTo>
                  <a:lnTo>
                    <a:pt x="193" y="9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14" y="3"/>
                  </a:lnTo>
                  <a:lnTo>
                    <a:pt x="87" y="9"/>
                  </a:lnTo>
                  <a:lnTo>
                    <a:pt x="63" y="21"/>
                  </a:lnTo>
                  <a:lnTo>
                    <a:pt x="42" y="39"/>
                  </a:lnTo>
                  <a:lnTo>
                    <a:pt x="24" y="61"/>
                  </a:lnTo>
                  <a:lnTo>
                    <a:pt x="12" y="85"/>
                  </a:lnTo>
                  <a:lnTo>
                    <a:pt x="3" y="11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3" y="172"/>
                  </a:lnTo>
                  <a:lnTo>
                    <a:pt x="12" y="199"/>
                  </a:lnTo>
                  <a:lnTo>
                    <a:pt x="27" y="224"/>
                  </a:lnTo>
                  <a:lnTo>
                    <a:pt x="45" y="245"/>
                  </a:lnTo>
                  <a:lnTo>
                    <a:pt x="27" y="266"/>
                  </a:lnTo>
                  <a:lnTo>
                    <a:pt x="27" y="266"/>
                  </a:lnTo>
                  <a:lnTo>
                    <a:pt x="21" y="272"/>
                  </a:lnTo>
                  <a:lnTo>
                    <a:pt x="21" y="281"/>
                  </a:lnTo>
                  <a:lnTo>
                    <a:pt x="24" y="287"/>
                  </a:lnTo>
                  <a:lnTo>
                    <a:pt x="27" y="296"/>
                  </a:lnTo>
                  <a:lnTo>
                    <a:pt x="33" y="299"/>
                  </a:lnTo>
                  <a:lnTo>
                    <a:pt x="42" y="302"/>
                  </a:lnTo>
                  <a:lnTo>
                    <a:pt x="48" y="299"/>
                  </a:lnTo>
                  <a:lnTo>
                    <a:pt x="57" y="296"/>
                  </a:lnTo>
                  <a:lnTo>
                    <a:pt x="57" y="296"/>
                  </a:lnTo>
                  <a:lnTo>
                    <a:pt x="69" y="281"/>
                  </a:lnTo>
                  <a:lnTo>
                    <a:pt x="81" y="269"/>
                  </a:lnTo>
                  <a:lnTo>
                    <a:pt x="81" y="269"/>
                  </a:lnTo>
                  <a:lnTo>
                    <a:pt x="111" y="278"/>
                  </a:lnTo>
                  <a:lnTo>
                    <a:pt x="142" y="281"/>
                  </a:lnTo>
                  <a:lnTo>
                    <a:pt x="142" y="281"/>
                  </a:lnTo>
                  <a:lnTo>
                    <a:pt x="172" y="278"/>
                  </a:lnTo>
                  <a:lnTo>
                    <a:pt x="202" y="269"/>
                  </a:lnTo>
                  <a:lnTo>
                    <a:pt x="202" y="26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131013" y="2677812"/>
            <a:ext cx="4772163" cy="710459"/>
            <a:chOff x="102451" y="2202131"/>
            <a:chExt cx="5545782" cy="947279"/>
          </a:xfrm>
        </p:grpSpPr>
        <p:sp>
          <p:nvSpPr>
            <p:cNvPr id="42" name="矩形 3"/>
            <p:cNvSpPr/>
            <p:nvPr/>
          </p:nvSpPr>
          <p:spPr>
            <a:xfrm>
              <a:off x="102451" y="2398435"/>
              <a:ext cx="4571999" cy="7509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442913" marR="0" lvl="0" indent="-442913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CC8EC"/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2.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收集数据，阐明讯息</a:t>
              </a:r>
            </a:p>
            <a:p>
              <a:pPr marL="442913" marR="0" lvl="0" indent="-442913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Gather and interpret information</a:t>
              </a:r>
            </a:p>
          </p:txBody>
        </p:sp>
        <p:sp>
          <p:nvSpPr>
            <p:cNvPr id="43" name="Oval 46"/>
            <p:cNvSpPr/>
            <p:nvPr/>
          </p:nvSpPr>
          <p:spPr>
            <a:xfrm flipH="1">
              <a:off x="4762801" y="2202131"/>
              <a:ext cx="885432" cy="88543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4899284" y="2440853"/>
              <a:ext cx="557213" cy="407987"/>
            </a:xfrm>
            <a:custGeom>
              <a:avLst/>
              <a:gdLst>
                <a:gd name="T0" fmla="*/ 338 w 351"/>
                <a:gd name="T1" fmla="*/ 31 h 257"/>
                <a:gd name="T2" fmla="*/ 125 w 351"/>
                <a:gd name="T3" fmla="*/ 31 h 257"/>
                <a:gd name="T4" fmla="*/ 113 w 351"/>
                <a:gd name="T5" fmla="*/ 13 h 257"/>
                <a:gd name="T6" fmla="*/ 113 w 351"/>
                <a:gd name="T7" fmla="*/ 13 h 257"/>
                <a:gd name="T8" fmla="*/ 113 w 351"/>
                <a:gd name="T9" fmla="*/ 9 h 257"/>
                <a:gd name="T10" fmla="*/ 111 w 351"/>
                <a:gd name="T11" fmla="*/ 8 h 257"/>
                <a:gd name="T12" fmla="*/ 107 w 351"/>
                <a:gd name="T13" fmla="*/ 3 h 257"/>
                <a:gd name="T14" fmla="*/ 100 w 351"/>
                <a:gd name="T15" fmla="*/ 2 h 257"/>
                <a:gd name="T16" fmla="*/ 94 w 351"/>
                <a:gd name="T17" fmla="*/ 0 h 257"/>
                <a:gd name="T18" fmla="*/ 13 w 351"/>
                <a:gd name="T19" fmla="*/ 0 h 257"/>
                <a:gd name="T20" fmla="*/ 13 w 351"/>
                <a:gd name="T21" fmla="*/ 0 h 257"/>
                <a:gd name="T22" fmla="*/ 8 w 351"/>
                <a:gd name="T23" fmla="*/ 2 h 257"/>
                <a:gd name="T24" fmla="*/ 3 w 351"/>
                <a:gd name="T25" fmla="*/ 3 h 257"/>
                <a:gd name="T26" fmla="*/ 2 w 351"/>
                <a:gd name="T27" fmla="*/ 8 h 257"/>
                <a:gd name="T28" fmla="*/ 0 w 351"/>
                <a:gd name="T29" fmla="*/ 13 h 257"/>
                <a:gd name="T30" fmla="*/ 0 w 351"/>
                <a:gd name="T31" fmla="*/ 244 h 257"/>
                <a:gd name="T32" fmla="*/ 0 w 351"/>
                <a:gd name="T33" fmla="*/ 244 h 257"/>
                <a:gd name="T34" fmla="*/ 2 w 351"/>
                <a:gd name="T35" fmla="*/ 249 h 257"/>
                <a:gd name="T36" fmla="*/ 3 w 351"/>
                <a:gd name="T37" fmla="*/ 254 h 257"/>
                <a:gd name="T38" fmla="*/ 8 w 351"/>
                <a:gd name="T39" fmla="*/ 255 h 257"/>
                <a:gd name="T40" fmla="*/ 13 w 351"/>
                <a:gd name="T41" fmla="*/ 257 h 257"/>
                <a:gd name="T42" fmla="*/ 338 w 351"/>
                <a:gd name="T43" fmla="*/ 257 h 257"/>
                <a:gd name="T44" fmla="*/ 338 w 351"/>
                <a:gd name="T45" fmla="*/ 257 h 257"/>
                <a:gd name="T46" fmla="*/ 343 w 351"/>
                <a:gd name="T47" fmla="*/ 255 h 257"/>
                <a:gd name="T48" fmla="*/ 348 w 351"/>
                <a:gd name="T49" fmla="*/ 254 h 257"/>
                <a:gd name="T50" fmla="*/ 349 w 351"/>
                <a:gd name="T51" fmla="*/ 249 h 257"/>
                <a:gd name="T52" fmla="*/ 351 w 351"/>
                <a:gd name="T53" fmla="*/ 244 h 257"/>
                <a:gd name="T54" fmla="*/ 351 w 351"/>
                <a:gd name="T55" fmla="*/ 44 h 257"/>
                <a:gd name="T56" fmla="*/ 351 w 351"/>
                <a:gd name="T57" fmla="*/ 44 h 257"/>
                <a:gd name="T58" fmla="*/ 349 w 351"/>
                <a:gd name="T59" fmla="*/ 39 h 257"/>
                <a:gd name="T60" fmla="*/ 348 w 351"/>
                <a:gd name="T61" fmla="*/ 34 h 257"/>
                <a:gd name="T62" fmla="*/ 343 w 351"/>
                <a:gd name="T63" fmla="*/ 33 h 257"/>
                <a:gd name="T64" fmla="*/ 338 w 351"/>
                <a:gd name="T65" fmla="*/ 31 h 257"/>
                <a:gd name="T66" fmla="*/ 338 w 351"/>
                <a:gd name="T67" fmla="*/ 31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1" h="257">
                  <a:moveTo>
                    <a:pt x="338" y="31"/>
                  </a:moveTo>
                  <a:lnTo>
                    <a:pt x="125" y="31"/>
                  </a:lnTo>
                  <a:lnTo>
                    <a:pt x="113" y="13"/>
                  </a:lnTo>
                  <a:lnTo>
                    <a:pt x="113" y="13"/>
                  </a:lnTo>
                  <a:lnTo>
                    <a:pt x="113" y="9"/>
                  </a:lnTo>
                  <a:lnTo>
                    <a:pt x="111" y="8"/>
                  </a:lnTo>
                  <a:lnTo>
                    <a:pt x="107" y="3"/>
                  </a:lnTo>
                  <a:lnTo>
                    <a:pt x="100" y="2"/>
                  </a:lnTo>
                  <a:lnTo>
                    <a:pt x="94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3"/>
                  </a:lnTo>
                  <a:lnTo>
                    <a:pt x="2" y="8"/>
                  </a:lnTo>
                  <a:lnTo>
                    <a:pt x="0" y="13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2" y="249"/>
                  </a:lnTo>
                  <a:lnTo>
                    <a:pt x="3" y="254"/>
                  </a:lnTo>
                  <a:lnTo>
                    <a:pt x="8" y="255"/>
                  </a:lnTo>
                  <a:lnTo>
                    <a:pt x="13" y="257"/>
                  </a:lnTo>
                  <a:lnTo>
                    <a:pt x="338" y="257"/>
                  </a:lnTo>
                  <a:lnTo>
                    <a:pt x="338" y="257"/>
                  </a:lnTo>
                  <a:lnTo>
                    <a:pt x="343" y="255"/>
                  </a:lnTo>
                  <a:lnTo>
                    <a:pt x="348" y="254"/>
                  </a:lnTo>
                  <a:lnTo>
                    <a:pt x="349" y="249"/>
                  </a:lnTo>
                  <a:lnTo>
                    <a:pt x="351" y="244"/>
                  </a:lnTo>
                  <a:lnTo>
                    <a:pt x="351" y="44"/>
                  </a:lnTo>
                  <a:lnTo>
                    <a:pt x="351" y="44"/>
                  </a:lnTo>
                  <a:lnTo>
                    <a:pt x="349" y="39"/>
                  </a:lnTo>
                  <a:lnTo>
                    <a:pt x="348" y="34"/>
                  </a:lnTo>
                  <a:lnTo>
                    <a:pt x="343" y="33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5" name="Freeform 7"/>
            <p:cNvSpPr>
              <a:spLocks/>
            </p:cNvSpPr>
            <p:nvPr/>
          </p:nvSpPr>
          <p:spPr bwMode="auto">
            <a:xfrm>
              <a:off x="4908259" y="2539506"/>
              <a:ext cx="636588" cy="328612"/>
            </a:xfrm>
            <a:custGeom>
              <a:avLst/>
              <a:gdLst>
                <a:gd name="T0" fmla="*/ 370 w 401"/>
                <a:gd name="T1" fmla="*/ 194 h 207"/>
                <a:gd name="T2" fmla="*/ 370 w 401"/>
                <a:gd name="T3" fmla="*/ 194 h 207"/>
                <a:gd name="T4" fmla="*/ 368 w 401"/>
                <a:gd name="T5" fmla="*/ 199 h 207"/>
                <a:gd name="T6" fmla="*/ 367 w 401"/>
                <a:gd name="T7" fmla="*/ 204 h 207"/>
                <a:gd name="T8" fmla="*/ 362 w 401"/>
                <a:gd name="T9" fmla="*/ 205 h 207"/>
                <a:gd name="T10" fmla="*/ 357 w 401"/>
                <a:gd name="T11" fmla="*/ 207 h 207"/>
                <a:gd name="T12" fmla="*/ 13 w 401"/>
                <a:gd name="T13" fmla="*/ 207 h 207"/>
                <a:gd name="T14" fmla="*/ 13 w 401"/>
                <a:gd name="T15" fmla="*/ 207 h 207"/>
                <a:gd name="T16" fmla="*/ 8 w 401"/>
                <a:gd name="T17" fmla="*/ 205 h 207"/>
                <a:gd name="T18" fmla="*/ 3 w 401"/>
                <a:gd name="T19" fmla="*/ 204 h 207"/>
                <a:gd name="T20" fmla="*/ 2 w 401"/>
                <a:gd name="T21" fmla="*/ 199 h 207"/>
                <a:gd name="T22" fmla="*/ 0 w 401"/>
                <a:gd name="T23" fmla="*/ 194 h 207"/>
                <a:gd name="T24" fmla="*/ 25 w 401"/>
                <a:gd name="T25" fmla="*/ 13 h 207"/>
                <a:gd name="T26" fmla="*/ 25 w 401"/>
                <a:gd name="T27" fmla="*/ 13 h 207"/>
                <a:gd name="T28" fmla="*/ 27 w 401"/>
                <a:gd name="T29" fmla="*/ 8 h 207"/>
                <a:gd name="T30" fmla="*/ 28 w 401"/>
                <a:gd name="T31" fmla="*/ 3 h 207"/>
                <a:gd name="T32" fmla="*/ 33 w 401"/>
                <a:gd name="T33" fmla="*/ 2 h 207"/>
                <a:gd name="T34" fmla="*/ 38 w 401"/>
                <a:gd name="T35" fmla="*/ 0 h 207"/>
                <a:gd name="T36" fmla="*/ 388 w 401"/>
                <a:gd name="T37" fmla="*/ 0 h 207"/>
                <a:gd name="T38" fmla="*/ 388 w 401"/>
                <a:gd name="T39" fmla="*/ 0 h 207"/>
                <a:gd name="T40" fmla="*/ 393 w 401"/>
                <a:gd name="T41" fmla="*/ 2 h 207"/>
                <a:gd name="T42" fmla="*/ 398 w 401"/>
                <a:gd name="T43" fmla="*/ 3 h 207"/>
                <a:gd name="T44" fmla="*/ 399 w 401"/>
                <a:gd name="T45" fmla="*/ 8 h 207"/>
                <a:gd name="T46" fmla="*/ 401 w 401"/>
                <a:gd name="T47" fmla="*/ 13 h 207"/>
                <a:gd name="T48" fmla="*/ 370 w 401"/>
                <a:gd name="T49" fmla="*/ 19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01" h="207">
                  <a:moveTo>
                    <a:pt x="370" y="194"/>
                  </a:moveTo>
                  <a:lnTo>
                    <a:pt x="370" y="194"/>
                  </a:lnTo>
                  <a:lnTo>
                    <a:pt x="368" y="199"/>
                  </a:lnTo>
                  <a:lnTo>
                    <a:pt x="367" y="204"/>
                  </a:lnTo>
                  <a:lnTo>
                    <a:pt x="362" y="205"/>
                  </a:lnTo>
                  <a:lnTo>
                    <a:pt x="357" y="207"/>
                  </a:lnTo>
                  <a:lnTo>
                    <a:pt x="13" y="207"/>
                  </a:lnTo>
                  <a:lnTo>
                    <a:pt x="13" y="207"/>
                  </a:lnTo>
                  <a:lnTo>
                    <a:pt x="8" y="205"/>
                  </a:lnTo>
                  <a:lnTo>
                    <a:pt x="3" y="204"/>
                  </a:lnTo>
                  <a:lnTo>
                    <a:pt x="2" y="199"/>
                  </a:lnTo>
                  <a:lnTo>
                    <a:pt x="0" y="194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7" y="8"/>
                  </a:lnTo>
                  <a:lnTo>
                    <a:pt x="28" y="3"/>
                  </a:lnTo>
                  <a:lnTo>
                    <a:pt x="33" y="2"/>
                  </a:lnTo>
                  <a:lnTo>
                    <a:pt x="38" y="0"/>
                  </a:lnTo>
                  <a:lnTo>
                    <a:pt x="388" y="0"/>
                  </a:lnTo>
                  <a:lnTo>
                    <a:pt x="388" y="0"/>
                  </a:lnTo>
                  <a:lnTo>
                    <a:pt x="393" y="2"/>
                  </a:lnTo>
                  <a:lnTo>
                    <a:pt x="398" y="3"/>
                  </a:lnTo>
                  <a:lnTo>
                    <a:pt x="399" y="8"/>
                  </a:lnTo>
                  <a:lnTo>
                    <a:pt x="401" y="13"/>
                  </a:lnTo>
                  <a:lnTo>
                    <a:pt x="370" y="19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513055" y="3420878"/>
            <a:ext cx="4180479" cy="750764"/>
            <a:chOff x="3794739" y="3192884"/>
            <a:chExt cx="5573972" cy="1001018"/>
          </a:xfrm>
        </p:grpSpPr>
        <p:sp>
          <p:nvSpPr>
            <p:cNvPr id="47" name="矩形 5"/>
            <p:cNvSpPr/>
            <p:nvPr/>
          </p:nvSpPr>
          <p:spPr>
            <a:xfrm>
              <a:off x="4796711" y="3442928"/>
              <a:ext cx="4572000" cy="75097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4CBC5"/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3.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衍生意念，创造方案</a:t>
              </a:r>
            </a:p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Generate alternatives</a:t>
              </a:r>
            </a:p>
          </p:txBody>
        </p:sp>
        <p:sp>
          <p:nvSpPr>
            <p:cNvPr id="48" name="Oval 46"/>
            <p:cNvSpPr/>
            <p:nvPr/>
          </p:nvSpPr>
          <p:spPr>
            <a:xfrm flipH="1">
              <a:off x="3794739" y="3192884"/>
              <a:ext cx="885432" cy="885432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grpSp>
          <p:nvGrpSpPr>
            <p:cNvPr id="49" name="组合 21"/>
            <p:cNvGrpSpPr/>
            <p:nvPr/>
          </p:nvGrpSpPr>
          <p:grpSpPr>
            <a:xfrm>
              <a:off x="4015513" y="3312073"/>
              <a:ext cx="443883" cy="647053"/>
              <a:chOff x="4069727" y="3759991"/>
              <a:chExt cx="263347" cy="383884"/>
            </a:xfrm>
          </p:grpSpPr>
          <p:sp>
            <p:nvSpPr>
              <p:cNvPr id="50" name="AutoShape 113"/>
              <p:cNvSpPr>
                <a:spLocks/>
              </p:cNvSpPr>
              <p:nvPr/>
            </p:nvSpPr>
            <p:spPr bwMode="auto">
              <a:xfrm>
                <a:off x="4069727" y="3759991"/>
                <a:ext cx="263347" cy="38388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8" tIns="14288" rIns="14288" bIns="14288" anchor="ctr"/>
              <a:lstStyle/>
              <a:p>
                <a:pPr marL="0" marR="0" lvl="0" indent="0" algn="ctr" defTabSz="17145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  <a:sym typeface="Gill Sans" charset="0"/>
                </a:endParaRPr>
              </a:p>
            </p:txBody>
          </p:sp>
          <p:sp>
            <p:nvSpPr>
              <p:cNvPr id="51" name="AutoShape 114"/>
              <p:cNvSpPr>
                <a:spLocks/>
              </p:cNvSpPr>
              <p:nvPr/>
            </p:nvSpPr>
            <p:spPr bwMode="auto">
              <a:xfrm>
                <a:off x="4129340" y="3820259"/>
                <a:ext cx="77956" cy="779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8" tIns="14288" rIns="14288" bIns="14288" anchor="ctr"/>
              <a:lstStyle/>
              <a:p>
                <a:pPr marL="0" marR="0" lvl="0" indent="0" algn="ctr" defTabSz="17145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6140762" y="4365869"/>
            <a:ext cx="5454606" cy="1100246"/>
            <a:chOff x="4624874" y="4761431"/>
            <a:chExt cx="7272808" cy="1466994"/>
          </a:xfrm>
        </p:grpSpPr>
        <p:sp>
          <p:nvSpPr>
            <p:cNvPr id="25" name="Rectangle 1027"/>
            <p:cNvSpPr txBox="1">
              <a:spLocks noChangeArrowheads="1"/>
            </p:cNvSpPr>
            <p:nvPr/>
          </p:nvSpPr>
          <p:spPr>
            <a:xfrm>
              <a:off x="4624874" y="4761431"/>
              <a:ext cx="7272808" cy="723573"/>
            </a:xfrm>
            <a:prstGeom prst="rect">
              <a:avLst/>
            </a:prstGeom>
            <a:noFill/>
          </p:spPr>
          <p:txBody>
            <a:bodyPr vert="horz" wrap="square" lIns="71087" tIns="35544" rIns="71087" bIns="35544" rtlCol="0"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en-US" altLang="zh-CN" sz="3200" kern="1200" smtClean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en-US" altLang="zh-CN" sz="2800" kern="1200" smtClean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en-US" altLang="zh-CN" sz="2400" kern="1200" smtClean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en-US" altLang="zh-CN" sz="2000" kern="1200" smtClean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zh-CN" altLang="en-US" sz="2000" kern="120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47264"/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5.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+mn-cs"/>
                </a:rPr>
                <a:t>传递方案，实践决策</a:t>
              </a:r>
            </a:p>
            <a:p>
              <a:pPr marL="442913" marR="0" lvl="0" indent="-442913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Communication and implement</a:t>
              </a:r>
            </a:p>
          </p:txBody>
        </p:sp>
        <p:sp>
          <p:nvSpPr>
            <p:cNvPr id="26" name="Oval 46"/>
            <p:cNvSpPr/>
            <p:nvPr/>
          </p:nvSpPr>
          <p:spPr>
            <a:xfrm flipH="1">
              <a:off x="4735174" y="5342993"/>
              <a:ext cx="885432" cy="885432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28" name="Freeform 65"/>
            <p:cNvSpPr>
              <a:spLocks noEditPoints="1"/>
            </p:cNvSpPr>
            <p:nvPr/>
          </p:nvSpPr>
          <p:spPr bwMode="auto">
            <a:xfrm>
              <a:off x="4878700" y="5590917"/>
              <a:ext cx="611088" cy="437236"/>
            </a:xfrm>
            <a:custGeom>
              <a:avLst/>
              <a:gdLst>
                <a:gd name="T0" fmla="*/ 763 w 3584"/>
                <a:gd name="T1" fmla="*/ 1686 h 2687"/>
                <a:gd name="T2" fmla="*/ 996 w 3584"/>
                <a:gd name="T3" fmla="*/ 1876 h 2687"/>
                <a:gd name="T4" fmla="*/ 1212 w 3584"/>
                <a:gd name="T5" fmla="*/ 2067 h 2687"/>
                <a:gd name="T6" fmla="*/ 1400 w 3584"/>
                <a:gd name="T7" fmla="*/ 2264 h 2687"/>
                <a:gd name="T8" fmla="*/ 1382 w 3584"/>
                <a:gd name="T9" fmla="*/ 2616 h 2687"/>
                <a:gd name="T10" fmla="*/ 1055 w 3584"/>
                <a:gd name="T11" fmla="*/ 2635 h 2687"/>
                <a:gd name="T12" fmla="*/ 1046 w 3584"/>
                <a:gd name="T13" fmla="*/ 2390 h 2687"/>
                <a:gd name="T14" fmla="*/ 793 w 3584"/>
                <a:gd name="T15" fmla="*/ 2341 h 2687"/>
                <a:gd name="T16" fmla="*/ 760 w 3584"/>
                <a:gd name="T17" fmla="*/ 2154 h 2687"/>
                <a:gd name="T18" fmla="*/ 545 w 3584"/>
                <a:gd name="T19" fmla="*/ 2046 h 2687"/>
                <a:gd name="T20" fmla="*/ 502 w 3584"/>
                <a:gd name="T21" fmla="*/ 1911 h 2687"/>
                <a:gd name="T22" fmla="*/ 310 w 3584"/>
                <a:gd name="T23" fmla="*/ 1726 h 2687"/>
                <a:gd name="T24" fmla="*/ 567 w 3584"/>
                <a:gd name="T25" fmla="*/ 1457 h 2687"/>
                <a:gd name="T26" fmla="*/ 1656 w 3584"/>
                <a:gd name="T27" fmla="*/ 132 h 2687"/>
                <a:gd name="T28" fmla="*/ 1503 w 3584"/>
                <a:gd name="T29" fmla="*/ 242 h 2687"/>
                <a:gd name="T30" fmla="*/ 1129 w 3584"/>
                <a:gd name="T31" fmla="*/ 490 h 2687"/>
                <a:gd name="T32" fmla="*/ 1133 w 3584"/>
                <a:gd name="T33" fmla="*/ 1009 h 2687"/>
                <a:gd name="T34" fmla="*/ 1524 w 3584"/>
                <a:gd name="T35" fmla="*/ 1080 h 2687"/>
                <a:gd name="T36" fmla="*/ 2026 w 3584"/>
                <a:gd name="T37" fmla="*/ 879 h 2687"/>
                <a:gd name="T38" fmla="*/ 2224 w 3584"/>
                <a:gd name="T39" fmla="*/ 1016 h 2687"/>
                <a:gd name="T40" fmla="*/ 2359 w 3584"/>
                <a:gd name="T41" fmla="*/ 1156 h 2687"/>
                <a:gd name="T42" fmla="*/ 2492 w 3584"/>
                <a:gd name="T43" fmla="*/ 1295 h 2687"/>
                <a:gd name="T44" fmla="*/ 2841 w 3584"/>
                <a:gd name="T45" fmla="*/ 1656 h 2687"/>
                <a:gd name="T46" fmla="*/ 2770 w 3584"/>
                <a:gd name="T47" fmla="*/ 1928 h 2687"/>
                <a:gd name="T48" fmla="*/ 2488 w 3584"/>
                <a:gd name="T49" fmla="*/ 1753 h 2687"/>
                <a:gd name="T50" fmla="*/ 2349 w 3584"/>
                <a:gd name="T51" fmla="*/ 1626 h 2687"/>
                <a:gd name="T52" fmla="*/ 2340 w 3584"/>
                <a:gd name="T53" fmla="*/ 1664 h 2687"/>
                <a:gd name="T54" fmla="*/ 2578 w 3584"/>
                <a:gd name="T55" fmla="*/ 1930 h 2687"/>
                <a:gd name="T56" fmla="*/ 2552 w 3584"/>
                <a:gd name="T57" fmla="*/ 2176 h 2687"/>
                <a:gd name="T58" fmla="*/ 2266 w 3584"/>
                <a:gd name="T59" fmla="*/ 2070 h 2687"/>
                <a:gd name="T60" fmla="*/ 2025 w 3584"/>
                <a:gd name="T61" fmla="*/ 1855 h 2687"/>
                <a:gd name="T62" fmla="*/ 2147 w 3584"/>
                <a:gd name="T63" fmla="*/ 2024 h 2687"/>
                <a:gd name="T64" fmla="*/ 2312 w 3584"/>
                <a:gd name="T65" fmla="*/ 2280 h 2687"/>
                <a:gd name="T66" fmla="*/ 2066 w 3584"/>
                <a:gd name="T67" fmla="*/ 2400 h 2687"/>
                <a:gd name="T68" fmla="*/ 1827 w 3584"/>
                <a:gd name="T69" fmla="*/ 2151 h 2687"/>
                <a:gd name="T70" fmla="*/ 1737 w 3584"/>
                <a:gd name="T71" fmla="*/ 2100 h 2687"/>
                <a:gd name="T72" fmla="*/ 1848 w 3584"/>
                <a:gd name="T73" fmla="*/ 2248 h 2687"/>
                <a:gd name="T74" fmla="*/ 1987 w 3584"/>
                <a:gd name="T75" fmla="*/ 2508 h 2687"/>
                <a:gd name="T76" fmla="*/ 1724 w 3584"/>
                <a:gd name="T77" fmla="*/ 2582 h 2687"/>
                <a:gd name="T78" fmla="*/ 1644 w 3584"/>
                <a:gd name="T79" fmla="*/ 2446 h 2687"/>
                <a:gd name="T80" fmla="*/ 1392 w 3584"/>
                <a:gd name="T81" fmla="*/ 2069 h 2687"/>
                <a:gd name="T82" fmla="*/ 1097 w 3584"/>
                <a:gd name="T83" fmla="*/ 1681 h 2687"/>
                <a:gd name="T84" fmla="*/ 734 w 3584"/>
                <a:gd name="T85" fmla="*/ 1321 h 2687"/>
                <a:gd name="T86" fmla="*/ 267 w 3584"/>
                <a:gd name="T87" fmla="*/ 1429 h 2687"/>
                <a:gd name="T88" fmla="*/ 11 w 3584"/>
                <a:gd name="T89" fmla="*/ 1498 h 2687"/>
                <a:gd name="T90" fmla="*/ 619 w 3584"/>
                <a:gd name="T91" fmla="*/ 351 h 2687"/>
                <a:gd name="T92" fmla="*/ 772 w 3584"/>
                <a:gd name="T93" fmla="*/ 263 h 2687"/>
                <a:gd name="T94" fmla="*/ 1188 w 3584"/>
                <a:gd name="T95" fmla="*/ 50 h 2687"/>
                <a:gd name="T96" fmla="*/ 2446 w 3584"/>
                <a:gd name="T97" fmla="*/ 56 h 2687"/>
                <a:gd name="T98" fmla="*/ 2825 w 3584"/>
                <a:gd name="T99" fmla="*/ 385 h 2687"/>
                <a:gd name="T100" fmla="*/ 2962 w 3584"/>
                <a:gd name="T101" fmla="*/ 458 h 2687"/>
                <a:gd name="T102" fmla="*/ 3316 w 3584"/>
                <a:gd name="T103" fmla="*/ 398 h 2687"/>
                <a:gd name="T104" fmla="*/ 3584 w 3584"/>
                <a:gd name="T105" fmla="*/ 1458 h 2687"/>
                <a:gd name="T106" fmla="*/ 3335 w 3584"/>
                <a:gd name="T107" fmla="*/ 1506 h 2687"/>
                <a:gd name="T108" fmla="*/ 3055 w 3584"/>
                <a:gd name="T109" fmla="*/ 1502 h 2687"/>
                <a:gd name="T110" fmla="*/ 2714 w 3584"/>
                <a:gd name="T111" fmla="*/ 1171 h 2687"/>
                <a:gd name="T112" fmla="*/ 2325 w 3584"/>
                <a:gd name="T113" fmla="*/ 772 h 2687"/>
                <a:gd name="T114" fmla="*/ 2197 w 3584"/>
                <a:gd name="T115" fmla="*/ 653 h 2687"/>
                <a:gd name="T116" fmla="*/ 1845 w 3584"/>
                <a:gd name="T117" fmla="*/ 733 h 2687"/>
                <a:gd name="T118" fmla="*/ 1414 w 3584"/>
                <a:gd name="T119" fmla="*/ 952 h 2687"/>
                <a:gd name="T120" fmla="*/ 1186 w 3584"/>
                <a:gd name="T121" fmla="*/ 674 h 2687"/>
                <a:gd name="T122" fmla="*/ 1604 w 3584"/>
                <a:gd name="T123" fmla="*/ 363 h 2687"/>
                <a:gd name="T124" fmla="*/ 2186 w 3584"/>
                <a:gd name="T125" fmla="*/ 28 h 2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84" h="2687">
                  <a:moveTo>
                    <a:pt x="567" y="1457"/>
                  </a:moveTo>
                  <a:lnTo>
                    <a:pt x="600" y="1458"/>
                  </a:lnTo>
                  <a:lnTo>
                    <a:pt x="632" y="1466"/>
                  </a:lnTo>
                  <a:lnTo>
                    <a:pt x="661" y="1478"/>
                  </a:lnTo>
                  <a:lnTo>
                    <a:pt x="689" y="1495"/>
                  </a:lnTo>
                  <a:lnTo>
                    <a:pt x="715" y="1517"/>
                  </a:lnTo>
                  <a:lnTo>
                    <a:pt x="733" y="1541"/>
                  </a:lnTo>
                  <a:lnTo>
                    <a:pt x="747" y="1567"/>
                  </a:lnTo>
                  <a:lnTo>
                    <a:pt x="757" y="1596"/>
                  </a:lnTo>
                  <a:lnTo>
                    <a:pt x="764" y="1625"/>
                  </a:lnTo>
                  <a:lnTo>
                    <a:pt x="765" y="1656"/>
                  </a:lnTo>
                  <a:lnTo>
                    <a:pt x="763" y="1686"/>
                  </a:lnTo>
                  <a:lnTo>
                    <a:pt x="756" y="1717"/>
                  </a:lnTo>
                  <a:lnTo>
                    <a:pt x="785" y="1712"/>
                  </a:lnTo>
                  <a:lnTo>
                    <a:pt x="815" y="1710"/>
                  </a:lnTo>
                  <a:lnTo>
                    <a:pt x="844" y="1714"/>
                  </a:lnTo>
                  <a:lnTo>
                    <a:pt x="873" y="1720"/>
                  </a:lnTo>
                  <a:lnTo>
                    <a:pt x="899" y="1731"/>
                  </a:lnTo>
                  <a:lnTo>
                    <a:pt x="924" y="1747"/>
                  </a:lnTo>
                  <a:lnTo>
                    <a:pt x="947" y="1767"/>
                  </a:lnTo>
                  <a:lnTo>
                    <a:pt x="965" y="1792"/>
                  </a:lnTo>
                  <a:lnTo>
                    <a:pt x="981" y="1818"/>
                  </a:lnTo>
                  <a:lnTo>
                    <a:pt x="991" y="1847"/>
                  </a:lnTo>
                  <a:lnTo>
                    <a:pt x="996" y="1876"/>
                  </a:lnTo>
                  <a:lnTo>
                    <a:pt x="997" y="1906"/>
                  </a:lnTo>
                  <a:lnTo>
                    <a:pt x="995" y="1937"/>
                  </a:lnTo>
                  <a:lnTo>
                    <a:pt x="988" y="1968"/>
                  </a:lnTo>
                  <a:lnTo>
                    <a:pt x="1018" y="1962"/>
                  </a:lnTo>
                  <a:lnTo>
                    <a:pt x="1047" y="1961"/>
                  </a:lnTo>
                  <a:lnTo>
                    <a:pt x="1077" y="1963"/>
                  </a:lnTo>
                  <a:lnTo>
                    <a:pt x="1105" y="1971"/>
                  </a:lnTo>
                  <a:lnTo>
                    <a:pt x="1132" y="1982"/>
                  </a:lnTo>
                  <a:lnTo>
                    <a:pt x="1156" y="1997"/>
                  </a:lnTo>
                  <a:lnTo>
                    <a:pt x="1179" y="2018"/>
                  </a:lnTo>
                  <a:lnTo>
                    <a:pt x="1198" y="2041"/>
                  </a:lnTo>
                  <a:lnTo>
                    <a:pt x="1212" y="2067"/>
                  </a:lnTo>
                  <a:lnTo>
                    <a:pt x="1223" y="2093"/>
                  </a:lnTo>
                  <a:lnTo>
                    <a:pt x="1229" y="2122"/>
                  </a:lnTo>
                  <a:lnTo>
                    <a:pt x="1232" y="2151"/>
                  </a:lnTo>
                  <a:lnTo>
                    <a:pt x="1229" y="2180"/>
                  </a:lnTo>
                  <a:lnTo>
                    <a:pt x="1225" y="2210"/>
                  </a:lnTo>
                  <a:lnTo>
                    <a:pt x="1215" y="2239"/>
                  </a:lnTo>
                  <a:lnTo>
                    <a:pt x="1248" y="2232"/>
                  </a:lnTo>
                  <a:lnTo>
                    <a:pt x="1280" y="2228"/>
                  </a:lnTo>
                  <a:lnTo>
                    <a:pt x="1311" y="2230"/>
                  </a:lnTo>
                  <a:lnTo>
                    <a:pt x="1343" y="2236"/>
                  </a:lnTo>
                  <a:lnTo>
                    <a:pt x="1372" y="2248"/>
                  </a:lnTo>
                  <a:lnTo>
                    <a:pt x="1400" y="2264"/>
                  </a:lnTo>
                  <a:lnTo>
                    <a:pt x="1424" y="2286"/>
                  </a:lnTo>
                  <a:lnTo>
                    <a:pt x="1444" y="2312"/>
                  </a:lnTo>
                  <a:lnTo>
                    <a:pt x="1461" y="2342"/>
                  </a:lnTo>
                  <a:lnTo>
                    <a:pt x="1471" y="2374"/>
                  </a:lnTo>
                  <a:lnTo>
                    <a:pt x="1476" y="2406"/>
                  </a:lnTo>
                  <a:lnTo>
                    <a:pt x="1477" y="2440"/>
                  </a:lnTo>
                  <a:lnTo>
                    <a:pt x="1472" y="2473"/>
                  </a:lnTo>
                  <a:lnTo>
                    <a:pt x="1463" y="2507"/>
                  </a:lnTo>
                  <a:lnTo>
                    <a:pt x="1448" y="2538"/>
                  </a:lnTo>
                  <a:lnTo>
                    <a:pt x="1429" y="2569"/>
                  </a:lnTo>
                  <a:lnTo>
                    <a:pt x="1404" y="2597"/>
                  </a:lnTo>
                  <a:lnTo>
                    <a:pt x="1382" y="2616"/>
                  </a:lnTo>
                  <a:lnTo>
                    <a:pt x="1357" y="2634"/>
                  </a:lnTo>
                  <a:lnTo>
                    <a:pt x="1330" y="2650"/>
                  </a:lnTo>
                  <a:lnTo>
                    <a:pt x="1301" y="2663"/>
                  </a:lnTo>
                  <a:lnTo>
                    <a:pt x="1272" y="2674"/>
                  </a:lnTo>
                  <a:lnTo>
                    <a:pt x="1241" y="2681"/>
                  </a:lnTo>
                  <a:lnTo>
                    <a:pt x="1211" y="2686"/>
                  </a:lnTo>
                  <a:lnTo>
                    <a:pt x="1180" y="2687"/>
                  </a:lnTo>
                  <a:lnTo>
                    <a:pt x="1151" y="2684"/>
                  </a:lnTo>
                  <a:lnTo>
                    <a:pt x="1124" y="2679"/>
                  </a:lnTo>
                  <a:lnTo>
                    <a:pt x="1097" y="2668"/>
                  </a:lnTo>
                  <a:lnTo>
                    <a:pt x="1075" y="2654"/>
                  </a:lnTo>
                  <a:lnTo>
                    <a:pt x="1055" y="2635"/>
                  </a:lnTo>
                  <a:lnTo>
                    <a:pt x="1036" y="2610"/>
                  </a:lnTo>
                  <a:lnTo>
                    <a:pt x="1024" y="2585"/>
                  </a:lnTo>
                  <a:lnTo>
                    <a:pt x="1018" y="2561"/>
                  </a:lnTo>
                  <a:lnTo>
                    <a:pt x="1016" y="2537"/>
                  </a:lnTo>
                  <a:lnTo>
                    <a:pt x="1018" y="2514"/>
                  </a:lnTo>
                  <a:lnTo>
                    <a:pt x="1023" y="2491"/>
                  </a:lnTo>
                  <a:lnTo>
                    <a:pt x="1030" y="2470"/>
                  </a:lnTo>
                  <a:lnTo>
                    <a:pt x="1039" y="2448"/>
                  </a:lnTo>
                  <a:lnTo>
                    <a:pt x="1048" y="2426"/>
                  </a:lnTo>
                  <a:lnTo>
                    <a:pt x="1057" y="2404"/>
                  </a:lnTo>
                  <a:lnTo>
                    <a:pt x="1066" y="2383"/>
                  </a:lnTo>
                  <a:lnTo>
                    <a:pt x="1046" y="2390"/>
                  </a:lnTo>
                  <a:lnTo>
                    <a:pt x="1025" y="2396"/>
                  </a:lnTo>
                  <a:lnTo>
                    <a:pt x="1005" y="2403"/>
                  </a:lnTo>
                  <a:lnTo>
                    <a:pt x="982" y="2408"/>
                  </a:lnTo>
                  <a:lnTo>
                    <a:pt x="959" y="2414"/>
                  </a:lnTo>
                  <a:lnTo>
                    <a:pt x="936" y="2416"/>
                  </a:lnTo>
                  <a:lnTo>
                    <a:pt x="913" y="2417"/>
                  </a:lnTo>
                  <a:lnTo>
                    <a:pt x="890" y="2415"/>
                  </a:lnTo>
                  <a:lnTo>
                    <a:pt x="868" y="2410"/>
                  </a:lnTo>
                  <a:lnTo>
                    <a:pt x="848" y="2400"/>
                  </a:lnTo>
                  <a:lnTo>
                    <a:pt x="828" y="2386"/>
                  </a:lnTo>
                  <a:lnTo>
                    <a:pt x="811" y="2367"/>
                  </a:lnTo>
                  <a:lnTo>
                    <a:pt x="793" y="2341"/>
                  </a:lnTo>
                  <a:lnTo>
                    <a:pt x="783" y="2317"/>
                  </a:lnTo>
                  <a:lnTo>
                    <a:pt x="778" y="2293"/>
                  </a:lnTo>
                  <a:lnTo>
                    <a:pt x="778" y="2269"/>
                  </a:lnTo>
                  <a:lnTo>
                    <a:pt x="781" y="2246"/>
                  </a:lnTo>
                  <a:lnTo>
                    <a:pt x="787" y="2224"/>
                  </a:lnTo>
                  <a:lnTo>
                    <a:pt x="794" y="2201"/>
                  </a:lnTo>
                  <a:lnTo>
                    <a:pt x="802" y="2179"/>
                  </a:lnTo>
                  <a:lnTo>
                    <a:pt x="809" y="2159"/>
                  </a:lnTo>
                  <a:lnTo>
                    <a:pt x="817" y="2137"/>
                  </a:lnTo>
                  <a:lnTo>
                    <a:pt x="799" y="2142"/>
                  </a:lnTo>
                  <a:lnTo>
                    <a:pt x="780" y="2148"/>
                  </a:lnTo>
                  <a:lnTo>
                    <a:pt x="760" y="2154"/>
                  </a:lnTo>
                  <a:lnTo>
                    <a:pt x="740" y="2160"/>
                  </a:lnTo>
                  <a:lnTo>
                    <a:pt x="719" y="2164"/>
                  </a:lnTo>
                  <a:lnTo>
                    <a:pt x="698" y="2168"/>
                  </a:lnTo>
                  <a:lnTo>
                    <a:pt x="677" y="2168"/>
                  </a:lnTo>
                  <a:lnTo>
                    <a:pt x="656" y="2167"/>
                  </a:lnTo>
                  <a:lnTo>
                    <a:pt x="636" y="2162"/>
                  </a:lnTo>
                  <a:lnTo>
                    <a:pt x="615" y="2152"/>
                  </a:lnTo>
                  <a:lnTo>
                    <a:pt x="597" y="2137"/>
                  </a:lnTo>
                  <a:lnTo>
                    <a:pt x="578" y="2117"/>
                  </a:lnTo>
                  <a:lnTo>
                    <a:pt x="562" y="2092"/>
                  </a:lnTo>
                  <a:lnTo>
                    <a:pt x="551" y="2068"/>
                  </a:lnTo>
                  <a:lnTo>
                    <a:pt x="545" y="2046"/>
                  </a:lnTo>
                  <a:lnTo>
                    <a:pt x="544" y="2024"/>
                  </a:lnTo>
                  <a:lnTo>
                    <a:pt x="545" y="2004"/>
                  </a:lnTo>
                  <a:lnTo>
                    <a:pt x="550" y="1983"/>
                  </a:lnTo>
                  <a:lnTo>
                    <a:pt x="556" y="1963"/>
                  </a:lnTo>
                  <a:lnTo>
                    <a:pt x="563" y="1945"/>
                  </a:lnTo>
                  <a:lnTo>
                    <a:pt x="571" y="1925"/>
                  </a:lnTo>
                  <a:lnTo>
                    <a:pt x="578" y="1906"/>
                  </a:lnTo>
                  <a:lnTo>
                    <a:pt x="585" y="1887"/>
                  </a:lnTo>
                  <a:lnTo>
                    <a:pt x="565" y="1892"/>
                  </a:lnTo>
                  <a:lnTo>
                    <a:pt x="544" y="1899"/>
                  </a:lnTo>
                  <a:lnTo>
                    <a:pt x="524" y="1906"/>
                  </a:lnTo>
                  <a:lnTo>
                    <a:pt x="502" y="1911"/>
                  </a:lnTo>
                  <a:lnTo>
                    <a:pt x="480" y="1916"/>
                  </a:lnTo>
                  <a:lnTo>
                    <a:pt x="457" y="1919"/>
                  </a:lnTo>
                  <a:lnTo>
                    <a:pt x="435" y="1918"/>
                  </a:lnTo>
                  <a:lnTo>
                    <a:pt x="412" y="1913"/>
                  </a:lnTo>
                  <a:lnTo>
                    <a:pt x="389" y="1903"/>
                  </a:lnTo>
                  <a:lnTo>
                    <a:pt x="368" y="1888"/>
                  </a:lnTo>
                  <a:lnTo>
                    <a:pt x="346" y="1866"/>
                  </a:lnTo>
                  <a:lnTo>
                    <a:pt x="328" y="1841"/>
                  </a:lnTo>
                  <a:lnTo>
                    <a:pt x="317" y="1815"/>
                  </a:lnTo>
                  <a:lnTo>
                    <a:pt x="311" y="1786"/>
                  </a:lnTo>
                  <a:lnTo>
                    <a:pt x="309" y="1756"/>
                  </a:lnTo>
                  <a:lnTo>
                    <a:pt x="310" y="1726"/>
                  </a:lnTo>
                  <a:lnTo>
                    <a:pt x="316" y="1694"/>
                  </a:lnTo>
                  <a:lnTo>
                    <a:pt x="325" y="1662"/>
                  </a:lnTo>
                  <a:lnTo>
                    <a:pt x="338" y="1632"/>
                  </a:lnTo>
                  <a:lnTo>
                    <a:pt x="353" y="1602"/>
                  </a:lnTo>
                  <a:lnTo>
                    <a:pt x="371" y="1575"/>
                  </a:lnTo>
                  <a:lnTo>
                    <a:pt x="391" y="1549"/>
                  </a:lnTo>
                  <a:lnTo>
                    <a:pt x="412" y="1526"/>
                  </a:lnTo>
                  <a:lnTo>
                    <a:pt x="440" y="1502"/>
                  </a:lnTo>
                  <a:lnTo>
                    <a:pt x="470" y="1483"/>
                  </a:lnTo>
                  <a:lnTo>
                    <a:pt x="502" y="1469"/>
                  </a:lnTo>
                  <a:lnTo>
                    <a:pt x="535" y="1460"/>
                  </a:lnTo>
                  <a:lnTo>
                    <a:pt x="567" y="1457"/>
                  </a:lnTo>
                  <a:close/>
                  <a:moveTo>
                    <a:pt x="1351" y="15"/>
                  </a:moveTo>
                  <a:lnTo>
                    <a:pt x="1395" y="17"/>
                  </a:lnTo>
                  <a:lnTo>
                    <a:pt x="1437" y="23"/>
                  </a:lnTo>
                  <a:lnTo>
                    <a:pt x="1475" y="31"/>
                  </a:lnTo>
                  <a:lnTo>
                    <a:pt x="1510" y="41"/>
                  </a:lnTo>
                  <a:lnTo>
                    <a:pt x="1540" y="54"/>
                  </a:lnTo>
                  <a:lnTo>
                    <a:pt x="1568" y="67"/>
                  </a:lnTo>
                  <a:lnTo>
                    <a:pt x="1592" y="82"/>
                  </a:lnTo>
                  <a:lnTo>
                    <a:pt x="1612" y="96"/>
                  </a:lnTo>
                  <a:lnTo>
                    <a:pt x="1631" y="109"/>
                  </a:lnTo>
                  <a:lnTo>
                    <a:pt x="1645" y="121"/>
                  </a:lnTo>
                  <a:lnTo>
                    <a:pt x="1656" y="132"/>
                  </a:lnTo>
                  <a:lnTo>
                    <a:pt x="1664" y="139"/>
                  </a:lnTo>
                  <a:lnTo>
                    <a:pt x="1668" y="145"/>
                  </a:lnTo>
                  <a:lnTo>
                    <a:pt x="1669" y="147"/>
                  </a:lnTo>
                  <a:lnTo>
                    <a:pt x="1667" y="149"/>
                  </a:lnTo>
                  <a:lnTo>
                    <a:pt x="1659" y="152"/>
                  </a:lnTo>
                  <a:lnTo>
                    <a:pt x="1647" y="160"/>
                  </a:lnTo>
                  <a:lnTo>
                    <a:pt x="1631" y="169"/>
                  </a:lnTo>
                  <a:lnTo>
                    <a:pt x="1610" y="180"/>
                  </a:lnTo>
                  <a:lnTo>
                    <a:pt x="1587" y="193"/>
                  </a:lnTo>
                  <a:lnTo>
                    <a:pt x="1561" y="208"/>
                  </a:lnTo>
                  <a:lnTo>
                    <a:pt x="1533" y="224"/>
                  </a:lnTo>
                  <a:lnTo>
                    <a:pt x="1503" y="242"/>
                  </a:lnTo>
                  <a:lnTo>
                    <a:pt x="1472" y="260"/>
                  </a:lnTo>
                  <a:lnTo>
                    <a:pt x="1439" y="279"/>
                  </a:lnTo>
                  <a:lnTo>
                    <a:pt x="1406" y="299"/>
                  </a:lnTo>
                  <a:lnTo>
                    <a:pt x="1372" y="318"/>
                  </a:lnTo>
                  <a:lnTo>
                    <a:pt x="1340" y="339"/>
                  </a:lnTo>
                  <a:lnTo>
                    <a:pt x="1308" y="359"/>
                  </a:lnTo>
                  <a:lnTo>
                    <a:pt x="1277" y="378"/>
                  </a:lnTo>
                  <a:lnTo>
                    <a:pt x="1249" y="397"/>
                  </a:lnTo>
                  <a:lnTo>
                    <a:pt x="1222" y="414"/>
                  </a:lnTo>
                  <a:lnTo>
                    <a:pt x="1198" y="432"/>
                  </a:lnTo>
                  <a:lnTo>
                    <a:pt x="1162" y="458"/>
                  </a:lnTo>
                  <a:lnTo>
                    <a:pt x="1129" y="490"/>
                  </a:lnTo>
                  <a:lnTo>
                    <a:pt x="1100" y="524"/>
                  </a:lnTo>
                  <a:lnTo>
                    <a:pt x="1075" y="564"/>
                  </a:lnTo>
                  <a:lnTo>
                    <a:pt x="1055" y="605"/>
                  </a:lnTo>
                  <a:lnTo>
                    <a:pt x="1041" y="650"/>
                  </a:lnTo>
                  <a:lnTo>
                    <a:pt x="1031" y="697"/>
                  </a:lnTo>
                  <a:lnTo>
                    <a:pt x="1029" y="746"/>
                  </a:lnTo>
                  <a:lnTo>
                    <a:pt x="1032" y="796"/>
                  </a:lnTo>
                  <a:lnTo>
                    <a:pt x="1041" y="845"/>
                  </a:lnTo>
                  <a:lnTo>
                    <a:pt x="1056" y="891"/>
                  </a:lnTo>
                  <a:lnTo>
                    <a:pt x="1077" y="934"/>
                  </a:lnTo>
                  <a:lnTo>
                    <a:pt x="1103" y="973"/>
                  </a:lnTo>
                  <a:lnTo>
                    <a:pt x="1133" y="1009"/>
                  </a:lnTo>
                  <a:lnTo>
                    <a:pt x="1167" y="1040"/>
                  </a:lnTo>
                  <a:lnTo>
                    <a:pt x="1205" y="1067"/>
                  </a:lnTo>
                  <a:lnTo>
                    <a:pt x="1247" y="1088"/>
                  </a:lnTo>
                  <a:lnTo>
                    <a:pt x="1292" y="1104"/>
                  </a:lnTo>
                  <a:lnTo>
                    <a:pt x="1339" y="1114"/>
                  </a:lnTo>
                  <a:lnTo>
                    <a:pt x="1387" y="1118"/>
                  </a:lnTo>
                  <a:lnTo>
                    <a:pt x="1397" y="1117"/>
                  </a:lnTo>
                  <a:lnTo>
                    <a:pt x="1413" y="1114"/>
                  </a:lnTo>
                  <a:lnTo>
                    <a:pt x="1435" y="1109"/>
                  </a:lnTo>
                  <a:lnTo>
                    <a:pt x="1461" y="1102"/>
                  </a:lnTo>
                  <a:lnTo>
                    <a:pt x="1490" y="1092"/>
                  </a:lnTo>
                  <a:lnTo>
                    <a:pt x="1524" y="1080"/>
                  </a:lnTo>
                  <a:lnTo>
                    <a:pt x="1560" y="1063"/>
                  </a:lnTo>
                  <a:lnTo>
                    <a:pt x="1597" y="1045"/>
                  </a:lnTo>
                  <a:lnTo>
                    <a:pt x="1646" y="1021"/>
                  </a:lnTo>
                  <a:lnTo>
                    <a:pt x="1699" y="996"/>
                  </a:lnTo>
                  <a:lnTo>
                    <a:pt x="1753" y="970"/>
                  </a:lnTo>
                  <a:lnTo>
                    <a:pt x="1808" y="944"/>
                  </a:lnTo>
                  <a:lnTo>
                    <a:pt x="1861" y="919"/>
                  </a:lnTo>
                  <a:lnTo>
                    <a:pt x="1911" y="896"/>
                  </a:lnTo>
                  <a:lnTo>
                    <a:pt x="1942" y="884"/>
                  </a:lnTo>
                  <a:lnTo>
                    <a:pt x="1971" y="878"/>
                  </a:lnTo>
                  <a:lnTo>
                    <a:pt x="2000" y="877"/>
                  </a:lnTo>
                  <a:lnTo>
                    <a:pt x="2026" y="879"/>
                  </a:lnTo>
                  <a:lnTo>
                    <a:pt x="2050" y="883"/>
                  </a:lnTo>
                  <a:lnTo>
                    <a:pt x="2073" y="891"/>
                  </a:lnTo>
                  <a:lnTo>
                    <a:pt x="2092" y="900"/>
                  </a:lnTo>
                  <a:lnTo>
                    <a:pt x="2110" y="910"/>
                  </a:lnTo>
                  <a:lnTo>
                    <a:pt x="2124" y="918"/>
                  </a:lnTo>
                  <a:lnTo>
                    <a:pt x="2136" y="927"/>
                  </a:lnTo>
                  <a:lnTo>
                    <a:pt x="2145" y="935"/>
                  </a:lnTo>
                  <a:lnTo>
                    <a:pt x="2150" y="939"/>
                  </a:lnTo>
                  <a:lnTo>
                    <a:pt x="2152" y="941"/>
                  </a:lnTo>
                  <a:lnTo>
                    <a:pt x="2179" y="968"/>
                  </a:lnTo>
                  <a:lnTo>
                    <a:pt x="2203" y="994"/>
                  </a:lnTo>
                  <a:lnTo>
                    <a:pt x="2224" y="1016"/>
                  </a:lnTo>
                  <a:lnTo>
                    <a:pt x="2243" y="1036"/>
                  </a:lnTo>
                  <a:lnTo>
                    <a:pt x="2260" y="1054"/>
                  </a:lnTo>
                  <a:lnTo>
                    <a:pt x="2276" y="1070"/>
                  </a:lnTo>
                  <a:lnTo>
                    <a:pt x="2289" y="1084"/>
                  </a:lnTo>
                  <a:lnTo>
                    <a:pt x="2301" y="1096"/>
                  </a:lnTo>
                  <a:lnTo>
                    <a:pt x="2312" y="1108"/>
                  </a:lnTo>
                  <a:lnTo>
                    <a:pt x="2321" y="1118"/>
                  </a:lnTo>
                  <a:lnTo>
                    <a:pt x="2330" y="1127"/>
                  </a:lnTo>
                  <a:lnTo>
                    <a:pt x="2338" y="1134"/>
                  </a:lnTo>
                  <a:lnTo>
                    <a:pt x="2345" y="1142"/>
                  </a:lnTo>
                  <a:lnTo>
                    <a:pt x="2352" y="1150"/>
                  </a:lnTo>
                  <a:lnTo>
                    <a:pt x="2359" y="1156"/>
                  </a:lnTo>
                  <a:lnTo>
                    <a:pt x="2365" y="1164"/>
                  </a:lnTo>
                  <a:lnTo>
                    <a:pt x="2373" y="1170"/>
                  </a:lnTo>
                  <a:lnTo>
                    <a:pt x="2379" y="1178"/>
                  </a:lnTo>
                  <a:lnTo>
                    <a:pt x="2387" y="1186"/>
                  </a:lnTo>
                  <a:lnTo>
                    <a:pt x="2396" y="1195"/>
                  </a:lnTo>
                  <a:lnTo>
                    <a:pt x="2405" y="1205"/>
                  </a:lnTo>
                  <a:lnTo>
                    <a:pt x="2415" y="1216"/>
                  </a:lnTo>
                  <a:lnTo>
                    <a:pt x="2427" y="1228"/>
                  </a:lnTo>
                  <a:lnTo>
                    <a:pt x="2440" y="1242"/>
                  </a:lnTo>
                  <a:lnTo>
                    <a:pt x="2456" y="1258"/>
                  </a:lnTo>
                  <a:lnTo>
                    <a:pt x="2473" y="1275"/>
                  </a:lnTo>
                  <a:lnTo>
                    <a:pt x="2492" y="1295"/>
                  </a:lnTo>
                  <a:lnTo>
                    <a:pt x="2512" y="1316"/>
                  </a:lnTo>
                  <a:lnTo>
                    <a:pt x="2536" y="1340"/>
                  </a:lnTo>
                  <a:lnTo>
                    <a:pt x="2563" y="1368"/>
                  </a:lnTo>
                  <a:lnTo>
                    <a:pt x="2592" y="1398"/>
                  </a:lnTo>
                  <a:lnTo>
                    <a:pt x="2624" y="1431"/>
                  </a:lnTo>
                  <a:lnTo>
                    <a:pt x="2659" y="1468"/>
                  </a:lnTo>
                  <a:lnTo>
                    <a:pt x="2698" y="1508"/>
                  </a:lnTo>
                  <a:lnTo>
                    <a:pt x="2739" y="1552"/>
                  </a:lnTo>
                  <a:lnTo>
                    <a:pt x="2785" y="1599"/>
                  </a:lnTo>
                  <a:lnTo>
                    <a:pt x="2835" y="1651"/>
                  </a:lnTo>
                  <a:lnTo>
                    <a:pt x="2839" y="1654"/>
                  </a:lnTo>
                  <a:lnTo>
                    <a:pt x="2841" y="1656"/>
                  </a:lnTo>
                  <a:lnTo>
                    <a:pt x="2859" y="1679"/>
                  </a:lnTo>
                  <a:lnTo>
                    <a:pt x="2872" y="1703"/>
                  </a:lnTo>
                  <a:lnTo>
                    <a:pt x="2882" y="1730"/>
                  </a:lnTo>
                  <a:lnTo>
                    <a:pt x="2887" y="1757"/>
                  </a:lnTo>
                  <a:lnTo>
                    <a:pt x="2887" y="1786"/>
                  </a:lnTo>
                  <a:lnTo>
                    <a:pt x="2881" y="1813"/>
                  </a:lnTo>
                  <a:lnTo>
                    <a:pt x="2872" y="1839"/>
                  </a:lnTo>
                  <a:lnTo>
                    <a:pt x="2859" y="1864"/>
                  </a:lnTo>
                  <a:lnTo>
                    <a:pt x="2841" y="1887"/>
                  </a:lnTo>
                  <a:lnTo>
                    <a:pt x="2819" y="1906"/>
                  </a:lnTo>
                  <a:lnTo>
                    <a:pt x="2795" y="1920"/>
                  </a:lnTo>
                  <a:lnTo>
                    <a:pt x="2770" y="1928"/>
                  </a:lnTo>
                  <a:lnTo>
                    <a:pt x="2743" y="1934"/>
                  </a:lnTo>
                  <a:lnTo>
                    <a:pt x="2716" y="1934"/>
                  </a:lnTo>
                  <a:lnTo>
                    <a:pt x="2689" y="1930"/>
                  </a:lnTo>
                  <a:lnTo>
                    <a:pt x="2664" y="1920"/>
                  </a:lnTo>
                  <a:lnTo>
                    <a:pt x="2640" y="1906"/>
                  </a:lnTo>
                  <a:lnTo>
                    <a:pt x="2618" y="1887"/>
                  </a:lnTo>
                  <a:lnTo>
                    <a:pt x="2617" y="1885"/>
                  </a:lnTo>
                  <a:lnTo>
                    <a:pt x="2615" y="1883"/>
                  </a:lnTo>
                  <a:lnTo>
                    <a:pt x="2579" y="1844"/>
                  </a:lnTo>
                  <a:lnTo>
                    <a:pt x="2545" y="1811"/>
                  </a:lnTo>
                  <a:lnTo>
                    <a:pt x="2516" y="1780"/>
                  </a:lnTo>
                  <a:lnTo>
                    <a:pt x="2488" y="1753"/>
                  </a:lnTo>
                  <a:lnTo>
                    <a:pt x="2465" y="1729"/>
                  </a:lnTo>
                  <a:lnTo>
                    <a:pt x="2445" y="1707"/>
                  </a:lnTo>
                  <a:lnTo>
                    <a:pt x="2426" y="1690"/>
                  </a:lnTo>
                  <a:lnTo>
                    <a:pt x="2411" y="1674"/>
                  </a:lnTo>
                  <a:lnTo>
                    <a:pt x="2398" y="1661"/>
                  </a:lnTo>
                  <a:lnTo>
                    <a:pt x="2386" y="1650"/>
                  </a:lnTo>
                  <a:lnTo>
                    <a:pt x="2377" y="1643"/>
                  </a:lnTo>
                  <a:lnTo>
                    <a:pt x="2368" y="1636"/>
                  </a:lnTo>
                  <a:lnTo>
                    <a:pt x="2362" y="1632"/>
                  </a:lnTo>
                  <a:lnTo>
                    <a:pt x="2357" y="1628"/>
                  </a:lnTo>
                  <a:lnTo>
                    <a:pt x="2353" y="1626"/>
                  </a:lnTo>
                  <a:lnTo>
                    <a:pt x="2349" y="1626"/>
                  </a:lnTo>
                  <a:lnTo>
                    <a:pt x="2347" y="1627"/>
                  </a:lnTo>
                  <a:lnTo>
                    <a:pt x="2344" y="1628"/>
                  </a:lnTo>
                  <a:lnTo>
                    <a:pt x="2341" y="1631"/>
                  </a:lnTo>
                  <a:lnTo>
                    <a:pt x="2339" y="1633"/>
                  </a:lnTo>
                  <a:lnTo>
                    <a:pt x="2337" y="1635"/>
                  </a:lnTo>
                  <a:lnTo>
                    <a:pt x="2335" y="1637"/>
                  </a:lnTo>
                  <a:lnTo>
                    <a:pt x="2333" y="1640"/>
                  </a:lnTo>
                  <a:lnTo>
                    <a:pt x="2332" y="1644"/>
                  </a:lnTo>
                  <a:lnTo>
                    <a:pt x="2332" y="1647"/>
                  </a:lnTo>
                  <a:lnTo>
                    <a:pt x="2333" y="1651"/>
                  </a:lnTo>
                  <a:lnTo>
                    <a:pt x="2336" y="1658"/>
                  </a:lnTo>
                  <a:lnTo>
                    <a:pt x="2340" y="1664"/>
                  </a:lnTo>
                  <a:lnTo>
                    <a:pt x="2345" y="1673"/>
                  </a:lnTo>
                  <a:lnTo>
                    <a:pt x="2353" y="1684"/>
                  </a:lnTo>
                  <a:lnTo>
                    <a:pt x="2362" y="1696"/>
                  </a:lnTo>
                  <a:lnTo>
                    <a:pt x="2374" y="1710"/>
                  </a:lnTo>
                  <a:lnTo>
                    <a:pt x="2389" y="1728"/>
                  </a:lnTo>
                  <a:lnTo>
                    <a:pt x="2405" y="1746"/>
                  </a:lnTo>
                  <a:lnTo>
                    <a:pt x="2426" y="1769"/>
                  </a:lnTo>
                  <a:lnTo>
                    <a:pt x="2449" y="1794"/>
                  </a:lnTo>
                  <a:lnTo>
                    <a:pt x="2475" y="1823"/>
                  </a:lnTo>
                  <a:lnTo>
                    <a:pt x="2506" y="1854"/>
                  </a:lnTo>
                  <a:lnTo>
                    <a:pt x="2540" y="1890"/>
                  </a:lnTo>
                  <a:lnTo>
                    <a:pt x="2578" y="1930"/>
                  </a:lnTo>
                  <a:lnTo>
                    <a:pt x="2580" y="1933"/>
                  </a:lnTo>
                  <a:lnTo>
                    <a:pt x="2582" y="1936"/>
                  </a:lnTo>
                  <a:lnTo>
                    <a:pt x="2583" y="1940"/>
                  </a:lnTo>
                  <a:lnTo>
                    <a:pt x="2600" y="1966"/>
                  </a:lnTo>
                  <a:lnTo>
                    <a:pt x="2611" y="1993"/>
                  </a:lnTo>
                  <a:lnTo>
                    <a:pt x="2617" y="2021"/>
                  </a:lnTo>
                  <a:lnTo>
                    <a:pt x="2618" y="2051"/>
                  </a:lnTo>
                  <a:lnTo>
                    <a:pt x="2614" y="2080"/>
                  </a:lnTo>
                  <a:lnTo>
                    <a:pt x="2605" y="2108"/>
                  </a:lnTo>
                  <a:lnTo>
                    <a:pt x="2592" y="2135"/>
                  </a:lnTo>
                  <a:lnTo>
                    <a:pt x="2572" y="2159"/>
                  </a:lnTo>
                  <a:lnTo>
                    <a:pt x="2552" y="2176"/>
                  </a:lnTo>
                  <a:lnTo>
                    <a:pt x="2529" y="2190"/>
                  </a:lnTo>
                  <a:lnTo>
                    <a:pt x="2504" y="2200"/>
                  </a:lnTo>
                  <a:lnTo>
                    <a:pt x="2479" y="2204"/>
                  </a:lnTo>
                  <a:lnTo>
                    <a:pt x="2452" y="2206"/>
                  </a:lnTo>
                  <a:lnTo>
                    <a:pt x="2426" y="2201"/>
                  </a:lnTo>
                  <a:lnTo>
                    <a:pt x="2401" y="2192"/>
                  </a:lnTo>
                  <a:lnTo>
                    <a:pt x="2377" y="2180"/>
                  </a:lnTo>
                  <a:lnTo>
                    <a:pt x="2356" y="2163"/>
                  </a:lnTo>
                  <a:lnTo>
                    <a:pt x="2355" y="2163"/>
                  </a:lnTo>
                  <a:lnTo>
                    <a:pt x="2354" y="2163"/>
                  </a:lnTo>
                  <a:lnTo>
                    <a:pt x="2308" y="2115"/>
                  </a:lnTo>
                  <a:lnTo>
                    <a:pt x="2266" y="2070"/>
                  </a:lnTo>
                  <a:lnTo>
                    <a:pt x="2227" y="2030"/>
                  </a:lnTo>
                  <a:lnTo>
                    <a:pt x="2192" y="1993"/>
                  </a:lnTo>
                  <a:lnTo>
                    <a:pt x="2160" y="1960"/>
                  </a:lnTo>
                  <a:lnTo>
                    <a:pt x="2132" y="1932"/>
                  </a:lnTo>
                  <a:lnTo>
                    <a:pt x="2108" y="1908"/>
                  </a:lnTo>
                  <a:lnTo>
                    <a:pt x="2086" y="1887"/>
                  </a:lnTo>
                  <a:lnTo>
                    <a:pt x="2068" y="1872"/>
                  </a:lnTo>
                  <a:lnTo>
                    <a:pt x="2053" y="1860"/>
                  </a:lnTo>
                  <a:lnTo>
                    <a:pt x="2042" y="1853"/>
                  </a:lnTo>
                  <a:lnTo>
                    <a:pt x="2033" y="1850"/>
                  </a:lnTo>
                  <a:lnTo>
                    <a:pt x="2028" y="1852"/>
                  </a:lnTo>
                  <a:lnTo>
                    <a:pt x="2025" y="1855"/>
                  </a:lnTo>
                  <a:lnTo>
                    <a:pt x="2024" y="1860"/>
                  </a:lnTo>
                  <a:lnTo>
                    <a:pt x="2024" y="1865"/>
                  </a:lnTo>
                  <a:lnTo>
                    <a:pt x="2026" y="1872"/>
                  </a:lnTo>
                  <a:lnTo>
                    <a:pt x="2029" y="1880"/>
                  </a:lnTo>
                  <a:lnTo>
                    <a:pt x="2035" y="1889"/>
                  </a:lnTo>
                  <a:lnTo>
                    <a:pt x="2042" y="1901"/>
                  </a:lnTo>
                  <a:lnTo>
                    <a:pt x="2052" y="1915"/>
                  </a:lnTo>
                  <a:lnTo>
                    <a:pt x="2065" y="1932"/>
                  </a:lnTo>
                  <a:lnTo>
                    <a:pt x="2080" y="1950"/>
                  </a:lnTo>
                  <a:lnTo>
                    <a:pt x="2099" y="1972"/>
                  </a:lnTo>
                  <a:lnTo>
                    <a:pt x="2121" y="1996"/>
                  </a:lnTo>
                  <a:lnTo>
                    <a:pt x="2147" y="2024"/>
                  </a:lnTo>
                  <a:lnTo>
                    <a:pt x="2176" y="2056"/>
                  </a:lnTo>
                  <a:lnTo>
                    <a:pt x="2209" y="2091"/>
                  </a:lnTo>
                  <a:lnTo>
                    <a:pt x="2246" y="2129"/>
                  </a:lnTo>
                  <a:lnTo>
                    <a:pt x="2252" y="2136"/>
                  </a:lnTo>
                  <a:lnTo>
                    <a:pt x="2256" y="2141"/>
                  </a:lnTo>
                  <a:lnTo>
                    <a:pt x="2261" y="2146"/>
                  </a:lnTo>
                  <a:lnTo>
                    <a:pt x="2267" y="2150"/>
                  </a:lnTo>
                  <a:lnTo>
                    <a:pt x="2284" y="2173"/>
                  </a:lnTo>
                  <a:lnTo>
                    <a:pt x="2299" y="2197"/>
                  </a:lnTo>
                  <a:lnTo>
                    <a:pt x="2307" y="2224"/>
                  </a:lnTo>
                  <a:lnTo>
                    <a:pt x="2312" y="2251"/>
                  </a:lnTo>
                  <a:lnTo>
                    <a:pt x="2312" y="2280"/>
                  </a:lnTo>
                  <a:lnTo>
                    <a:pt x="2307" y="2307"/>
                  </a:lnTo>
                  <a:lnTo>
                    <a:pt x="2299" y="2333"/>
                  </a:lnTo>
                  <a:lnTo>
                    <a:pt x="2284" y="2358"/>
                  </a:lnTo>
                  <a:lnTo>
                    <a:pt x="2267" y="2381"/>
                  </a:lnTo>
                  <a:lnTo>
                    <a:pt x="2245" y="2400"/>
                  </a:lnTo>
                  <a:lnTo>
                    <a:pt x="2221" y="2414"/>
                  </a:lnTo>
                  <a:lnTo>
                    <a:pt x="2195" y="2424"/>
                  </a:lnTo>
                  <a:lnTo>
                    <a:pt x="2169" y="2428"/>
                  </a:lnTo>
                  <a:lnTo>
                    <a:pt x="2141" y="2428"/>
                  </a:lnTo>
                  <a:lnTo>
                    <a:pt x="2115" y="2424"/>
                  </a:lnTo>
                  <a:lnTo>
                    <a:pt x="2090" y="2414"/>
                  </a:lnTo>
                  <a:lnTo>
                    <a:pt x="2066" y="2400"/>
                  </a:lnTo>
                  <a:lnTo>
                    <a:pt x="2044" y="2381"/>
                  </a:lnTo>
                  <a:lnTo>
                    <a:pt x="2036" y="2371"/>
                  </a:lnTo>
                  <a:lnTo>
                    <a:pt x="2029" y="2362"/>
                  </a:lnTo>
                  <a:lnTo>
                    <a:pt x="2027" y="2360"/>
                  </a:lnTo>
                  <a:lnTo>
                    <a:pt x="2025" y="2358"/>
                  </a:lnTo>
                  <a:lnTo>
                    <a:pt x="1985" y="2318"/>
                  </a:lnTo>
                  <a:lnTo>
                    <a:pt x="1951" y="2282"/>
                  </a:lnTo>
                  <a:lnTo>
                    <a:pt x="1920" y="2249"/>
                  </a:lnTo>
                  <a:lnTo>
                    <a:pt x="1893" y="2220"/>
                  </a:lnTo>
                  <a:lnTo>
                    <a:pt x="1868" y="2194"/>
                  </a:lnTo>
                  <a:lnTo>
                    <a:pt x="1847" y="2171"/>
                  </a:lnTo>
                  <a:lnTo>
                    <a:pt x="1827" y="2151"/>
                  </a:lnTo>
                  <a:lnTo>
                    <a:pt x="1812" y="2135"/>
                  </a:lnTo>
                  <a:lnTo>
                    <a:pt x="1798" y="2120"/>
                  </a:lnTo>
                  <a:lnTo>
                    <a:pt x="1786" y="2110"/>
                  </a:lnTo>
                  <a:lnTo>
                    <a:pt x="1776" y="2101"/>
                  </a:lnTo>
                  <a:lnTo>
                    <a:pt x="1768" y="2094"/>
                  </a:lnTo>
                  <a:lnTo>
                    <a:pt x="1761" y="2091"/>
                  </a:lnTo>
                  <a:lnTo>
                    <a:pt x="1755" y="2089"/>
                  </a:lnTo>
                  <a:lnTo>
                    <a:pt x="1751" y="2088"/>
                  </a:lnTo>
                  <a:lnTo>
                    <a:pt x="1747" y="2090"/>
                  </a:lnTo>
                  <a:lnTo>
                    <a:pt x="1742" y="2093"/>
                  </a:lnTo>
                  <a:lnTo>
                    <a:pt x="1739" y="2096"/>
                  </a:lnTo>
                  <a:lnTo>
                    <a:pt x="1737" y="2100"/>
                  </a:lnTo>
                  <a:lnTo>
                    <a:pt x="1736" y="2104"/>
                  </a:lnTo>
                  <a:lnTo>
                    <a:pt x="1736" y="2110"/>
                  </a:lnTo>
                  <a:lnTo>
                    <a:pt x="1737" y="2115"/>
                  </a:lnTo>
                  <a:lnTo>
                    <a:pt x="1740" y="2122"/>
                  </a:lnTo>
                  <a:lnTo>
                    <a:pt x="1744" y="2130"/>
                  </a:lnTo>
                  <a:lnTo>
                    <a:pt x="1752" y="2140"/>
                  </a:lnTo>
                  <a:lnTo>
                    <a:pt x="1761" y="2152"/>
                  </a:lnTo>
                  <a:lnTo>
                    <a:pt x="1773" y="2166"/>
                  </a:lnTo>
                  <a:lnTo>
                    <a:pt x="1787" y="2183"/>
                  </a:lnTo>
                  <a:lnTo>
                    <a:pt x="1804" y="2201"/>
                  </a:lnTo>
                  <a:lnTo>
                    <a:pt x="1824" y="2223"/>
                  </a:lnTo>
                  <a:lnTo>
                    <a:pt x="1848" y="2248"/>
                  </a:lnTo>
                  <a:lnTo>
                    <a:pt x="1874" y="2276"/>
                  </a:lnTo>
                  <a:lnTo>
                    <a:pt x="1905" y="2308"/>
                  </a:lnTo>
                  <a:lnTo>
                    <a:pt x="1940" y="2344"/>
                  </a:lnTo>
                  <a:lnTo>
                    <a:pt x="1940" y="2345"/>
                  </a:lnTo>
                  <a:lnTo>
                    <a:pt x="1943" y="2348"/>
                  </a:lnTo>
                  <a:lnTo>
                    <a:pt x="1946" y="2351"/>
                  </a:lnTo>
                  <a:lnTo>
                    <a:pt x="1964" y="2374"/>
                  </a:lnTo>
                  <a:lnTo>
                    <a:pt x="1978" y="2399"/>
                  </a:lnTo>
                  <a:lnTo>
                    <a:pt x="1987" y="2425"/>
                  </a:lnTo>
                  <a:lnTo>
                    <a:pt x="1991" y="2452"/>
                  </a:lnTo>
                  <a:lnTo>
                    <a:pt x="1991" y="2480"/>
                  </a:lnTo>
                  <a:lnTo>
                    <a:pt x="1987" y="2508"/>
                  </a:lnTo>
                  <a:lnTo>
                    <a:pt x="1978" y="2534"/>
                  </a:lnTo>
                  <a:lnTo>
                    <a:pt x="1964" y="2559"/>
                  </a:lnTo>
                  <a:lnTo>
                    <a:pt x="1946" y="2582"/>
                  </a:lnTo>
                  <a:lnTo>
                    <a:pt x="1924" y="2600"/>
                  </a:lnTo>
                  <a:lnTo>
                    <a:pt x="1900" y="2615"/>
                  </a:lnTo>
                  <a:lnTo>
                    <a:pt x="1874" y="2624"/>
                  </a:lnTo>
                  <a:lnTo>
                    <a:pt x="1848" y="2629"/>
                  </a:lnTo>
                  <a:lnTo>
                    <a:pt x="1821" y="2629"/>
                  </a:lnTo>
                  <a:lnTo>
                    <a:pt x="1795" y="2624"/>
                  </a:lnTo>
                  <a:lnTo>
                    <a:pt x="1768" y="2615"/>
                  </a:lnTo>
                  <a:lnTo>
                    <a:pt x="1744" y="2600"/>
                  </a:lnTo>
                  <a:lnTo>
                    <a:pt x="1724" y="2582"/>
                  </a:lnTo>
                  <a:lnTo>
                    <a:pt x="1713" y="2570"/>
                  </a:lnTo>
                  <a:lnTo>
                    <a:pt x="1701" y="2558"/>
                  </a:lnTo>
                  <a:lnTo>
                    <a:pt x="1689" y="2545"/>
                  </a:lnTo>
                  <a:lnTo>
                    <a:pt x="1677" y="2532"/>
                  </a:lnTo>
                  <a:lnTo>
                    <a:pt x="1666" y="2519"/>
                  </a:lnTo>
                  <a:lnTo>
                    <a:pt x="1656" y="2508"/>
                  </a:lnTo>
                  <a:lnTo>
                    <a:pt x="1648" y="2499"/>
                  </a:lnTo>
                  <a:lnTo>
                    <a:pt x="1643" y="2492"/>
                  </a:lnTo>
                  <a:lnTo>
                    <a:pt x="1641" y="2489"/>
                  </a:lnTo>
                  <a:lnTo>
                    <a:pt x="1640" y="2489"/>
                  </a:lnTo>
                  <a:lnTo>
                    <a:pt x="1640" y="2489"/>
                  </a:lnTo>
                  <a:lnTo>
                    <a:pt x="1644" y="2446"/>
                  </a:lnTo>
                  <a:lnTo>
                    <a:pt x="1644" y="2402"/>
                  </a:lnTo>
                  <a:lnTo>
                    <a:pt x="1640" y="2358"/>
                  </a:lnTo>
                  <a:lnTo>
                    <a:pt x="1631" y="2316"/>
                  </a:lnTo>
                  <a:lnTo>
                    <a:pt x="1617" y="2275"/>
                  </a:lnTo>
                  <a:lnTo>
                    <a:pt x="1597" y="2236"/>
                  </a:lnTo>
                  <a:lnTo>
                    <a:pt x="1574" y="2199"/>
                  </a:lnTo>
                  <a:lnTo>
                    <a:pt x="1546" y="2164"/>
                  </a:lnTo>
                  <a:lnTo>
                    <a:pt x="1519" y="2139"/>
                  </a:lnTo>
                  <a:lnTo>
                    <a:pt x="1490" y="2116"/>
                  </a:lnTo>
                  <a:lnTo>
                    <a:pt x="1459" y="2098"/>
                  </a:lnTo>
                  <a:lnTo>
                    <a:pt x="1426" y="2081"/>
                  </a:lnTo>
                  <a:lnTo>
                    <a:pt x="1392" y="2069"/>
                  </a:lnTo>
                  <a:lnTo>
                    <a:pt x="1381" y="2031"/>
                  </a:lnTo>
                  <a:lnTo>
                    <a:pt x="1367" y="1994"/>
                  </a:lnTo>
                  <a:lnTo>
                    <a:pt x="1348" y="1959"/>
                  </a:lnTo>
                  <a:lnTo>
                    <a:pt x="1327" y="1926"/>
                  </a:lnTo>
                  <a:lnTo>
                    <a:pt x="1301" y="1896"/>
                  </a:lnTo>
                  <a:lnTo>
                    <a:pt x="1269" y="1866"/>
                  </a:lnTo>
                  <a:lnTo>
                    <a:pt x="1234" y="1840"/>
                  </a:lnTo>
                  <a:lnTo>
                    <a:pt x="1196" y="1819"/>
                  </a:lnTo>
                  <a:lnTo>
                    <a:pt x="1154" y="1803"/>
                  </a:lnTo>
                  <a:lnTo>
                    <a:pt x="1140" y="1760"/>
                  </a:lnTo>
                  <a:lnTo>
                    <a:pt x="1121" y="1719"/>
                  </a:lnTo>
                  <a:lnTo>
                    <a:pt x="1097" y="1681"/>
                  </a:lnTo>
                  <a:lnTo>
                    <a:pt x="1069" y="1646"/>
                  </a:lnTo>
                  <a:lnTo>
                    <a:pt x="1036" y="1615"/>
                  </a:lnTo>
                  <a:lnTo>
                    <a:pt x="1001" y="1590"/>
                  </a:lnTo>
                  <a:lnTo>
                    <a:pt x="962" y="1568"/>
                  </a:lnTo>
                  <a:lnTo>
                    <a:pt x="922" y="1553"/>
                  </a:lnTo>
                  <a:lnTo>
                    <a:pt x="908" y="1510"/>
                  </a:lnTo>
                  <a:lnTo>
                    <a:pt x="889" y="1469"/>
                  </a:lnTo>
                  <a:lnTo>
                    <a:pt x="865" y="1431"/>
                  </a:lnTo>
                  <a:lnTo>
                    <a:pt x="837" y="1395"/>
                  </a:lnTo>
                  <a:lnTo>
                    <a:pt x="805" y="1367"/>
                  </a:lnTo>
                  <a:lnTo>
                    <a:pt x="770" y="1342"/>
                  </a:lnTo>
                  <a:lnTo>
                    <a:pt x="734" y="1321"/>
                  </a:lnTo>
                  <a:lnTo>
                    <a:pt x="695" y="1306"/>
                  </a:lnTo>
                  <a:lnTo>
                    <a:pt x="655" y="1295"/>
                  </a:lnTo>
                  <a:lnTo>
                    <a:pt x="613" y="1288"/>
                  </a:lnTo>
                  <a:lnTo>
                    <a:pt x="571" y="1286"/>
                  </a:lnTo>
                  <a:lnTo>
                    <a:pt x="528" y="1288"/>
                  </a:lnTo>
                  <a:lnTo>
                    <a:pt x="485" y="1296"/>
                  </a:lnTo>
                  <a:lnTo>
                    <a:pt x="444" y="1308"/>
                  </a:lnTo>
                  <a:lnTo>
                    <a:pt x="404" y="1323"/>
                  </a:lnTo>
                  <a:lnTo>
                    <a:pt x="364" y="1345"/>
                  </a:lnTo>
                  <a:lnTo>
                    <a:pt x="328" y="1370"/>
                  </a:lnTo>
                  <a:lnTo>
                    <a:pt x="295" y="1399"/>
                  </a:lnTo>
                  <a:lnTo>
                    <a:pt x="267" y="1429"/>
                  </a:lnTo>
                  <a:lnTo>
                    <a:pt x="244" y="1460"/>
                  </a:lnTo>
                  <a:lnTo>
                    <a:pt x="225" y="1493"/>
                  </a:lnTo>
                  <a:lnTo>
                    <a:pt x="207" y="1528"/>
                  </a:lnTo>
                  <a:lnTo>
                    <a:pt x="193" y="1564"/>
                  </a:lnTo>
                  <a:lnTo>
                    <a:pt x="166" y="1553"/>
                  </a:lnTo>
                  <a:lnTo>
                    <a:pt x="139" y="1542"/>
                  </a:lnTo>
                  <a:lnTo>
                    <a:pt x="111" y="1532"/>
                  </a:lnTo>
                  <a:lnTo>
                    <a:pt x="86" y="1523"/>
                  </a:lnTo>
                  <a:lnTo>
                    <a:pt x="62" y="1515"/>
                  </a:lnTo>
                  <a:lnTo>
                    <a:pt x="41" y="1507"/>
                  </a:lnTo>
                  <a:lnTo>
                    <a:pt x="24" y="1502"/>
                  </a:lnTo>
                  <a:lnTo>
                    <a:pt x="11" y="1498"/>
                  </a:lnTo>
                  <a:lnTo>
                    <a:pt x="3" y="1495"/>
                  </a:lnTo>
                  <a:lnTo>
                    <a:pt x="0" y="1494"/>
                  </a:lnTo>
                  <a:lnTo>
                    <a:pt x="0" y="207"/>
                  </a:lnTo>
                  <a:lnTo>
                    <a:pt x="357" y="336"/>
                  </a:lnTo>
                  <a:lnTo>
                    <a:pt x="399" y="351"/>
                  </a:lnTo>
                  <a:lnTo>
                    <a:pt x="439" y="361"/>
                  </a:lnTo>
                  <a:lnTo>
                    <a:pt x="476" y="366"/>
                  </a:lnTo>
                  <a:lnTo>
                    <a:pt x="511" y="368"/>
                  </a:lnTo>
                  <a:lnTo>
                    <a:pt x="542" y="367"/>
                  </a:lnTo>
                  <a:lnTo>
                    <a:pt x="571" y="363"/>
                  </a:lnTo>
                  <a:lnTo>
                    <a:pt x="597" y="358"/>
                  </a:lnTo>
                  <a:lnTo>
                    <a:pt x="619" y="351"/>
                  </a:lnTo>
                  <a:lnTo>
                    <a:pt x="638" y="344"/>
                  </a:lnTo>
                  <a:lnTo>
                    <a:pt x="652" y="338"/>
                  </a:lnTo>
                  <a:lnTo>
                    <a:pt x="663" y="332"/>
                  </a:lnTo>
                  <a:lnTo>
                    <a:pt x="670" y="328"/>
                  </a:lnTo>
                  <a:lnTo>
                    <a:pt x="672" y="327"/>
                  </a:lnTo>
                  <a:lnTo>
                    <a:pt x="675" y="326"/>
                  </a:lnTo>
                  <a:lnTo>
                    <a:pt x="682" y="322"/>
                  </a:lnTo>
                  <a:lnTo>
                    <a:pt x="693" y="314"/>
                  </a:lnTo>
                  <a:lnTo>
                    <a:pt x="707" y="304"/>
                  </a:lnTo>
                  <a:lnTo>
                    <a:pt x="725" y="292"/>
                  </a:lnTo>
                  <a:lnTo>
                    <a:pt x="747" y="279"/>
                  </a:lnTo>
                  <a:lnTo>
                    <a:pt x="772" y="263"/>
                  </a:lnTo>
                  <a:lnTo>
                    <a:pt x="800" y="246"/>
                  </a:lnTo>
                  <a:lnTo>
                    <a:pt x="829" y="229"/>
                  </a:lnTo>
                  <a:lnTo>
                    <a:pt x="861" y="210"/>
                  </a:lnTo>
                  <a:lnTo>
                    <a:pt x="895" y="191"/>
                  </a:lnTo>
                  <a:lnTo>
                    <a:pt x="929" y="171"/>
                  </a:lnTo>
                  <a:lnTo>
                    <a:pt x="965" y="151"/>
                  </a:lnTo>
                  <a:lnTo>
                    <a:pt x="1001" y="133"/>
                  </a:lnTo>
                  <a:lnTo>
                    <a:pt x="1040" y="114"/>
                  </a:lnTo>
                  <a:lnTo>
                    <a:pt x="1077" y="97"/>
                  </a:lnTo>
                  <a:lnTo>
                    <a:pt x="1115" y="79"/>
                  </a:lnTo>
                  <a:lnTo>
                    <a:pt x="1152" y="64"/>
                  </a:lnTo>
                  <a:lnTo>
                    <a:pt x="1188" y="50"/>
                  </a:lnTo>
                  <a:lnTo>
                    <a:pt x="1224" y="39"/>
                  </a:lnTo>
                  <a:lnTo>
                    <a:pt x="1258" y="29"/>
                  </a:lnTo>
                  <a:lnTo>
                    <a:pt x="1291" y="22"/>
                  </a:lnTo>
                  <a:lnTo>
                    <a:pt x="1321" y="17"/>
                  </a:lnTo>
                  <a:lnTo>
                    <a:pt x="1351" y="15"/>
                  </a:lnTo>
                  <a:close/>
                  <a:moveTo>
                    <a:pt x="2283" y="0"/>
                  </a:moveTo>
                  <a:lnTo>
                    <a:pt x="2308" y="0"/>
                  </a:lnTo>
                  <a:lnTo>
                    <a:pt x="2333" y="3"/>
                  </a:lnTo>
                  <a:lnTo>
                    <a:pt x="2360" y="11"/>
                  </a:lnTo>
                  <a:lnTo>
                    <a:pt x="2386" y="22"/>
                  </a:lnTo>
                  <a:lnTo>
                    <a:pt x="2415" y="37"/>
                  </a:lnTo>
                  <a:lnTo>
                    <a:pt x="2446" y="56"/>
                  </a:lnTo>
                  <a:lnTo>
                    <a:pt x="2477" y="80"/>
                  </a:lnTo>
                  <a:lnTo>
                    <a:pt x="2512" y="110"/>
                  </a:lnTo>
                  <a:lnTo>
                    <a:pt x="2551" y="144"/>
                  </a:lnTo>
                  <a:lnTo>
                    <a:pt x="2589" y="176"/>
                  </a:lnTo>
                  <a:lnTo>
                    <a:pt x="2625" y="208"/>
                  </a:lnTo>
                  <a:lnTo>
                    <a:pt x="2660" y="239"/>
                  </a:lnTo>
                  <a:lnTo>
                    <a:pt x="2692" y="268"/>
                  </a:lnTo>
                  <a:lnTo>
                    <a:pt x="2724" y="295"/>
                  </a:lnTo>
                  <a:lnTo>
                    <a:pt x="2753" y="322"/>
                  </a:lnTo>
                  <a:lnTo>
                    <a:pt x="2780" y="346"/>
                  </a:lnTo>
                  <a:lnTo>
                    <a:pt x="2804" y="366"/>
                  </a:lnTo>
                  <a:lnTo>
                    <a:pt x="2825" y="385"/>
                  </a:lnTo>
                  <a:lnTo>
                    <a:pt x="2843" y="401"/>
                  </a:lnTo>
                  <a:lnTo>
                    <a:pt x="2857" y="414"/>
                  </a:lnTo>
                  <a:lnTo>
                    <a:pt x="2868" y="423"/>
                  </a:lnTo>
                  <a:lnTo>
                    <a:pt x="2875" y="430"/>
                  </a:lnTo>
                  <a:lnTo>
                    <a:pt x="2877" y="432"/>
                  </a:lnTo>
                  <a:lnTo>
                    <a:pt x="2879" y="433"/>
                  </a:lnTo>
                  <a:lnTo>
                    <a:pt x="2885" y="435"/>
                  </a:lnTo>
                  <a:lnTo>
                    <a:pt x="2895" y="439"/>
                  </a:lnTo>
                  <a:lnTo>
                    <a:pt x="2909" y="444"/>
                  </a:lnTo>
                  <a:lnTo>
                    <a:pt x="2925" y="449"/>
                  </a:lnTo>
                  <a:lnTo>
                    <a:pt x="2942" y="455"/>
                  </a:lnTo>
                  <a:lnTo>
                    <a:pt x="2962" y="458"/>
                  </a:lnTo>
                  <a:lnTo>
                    <a:pt x="2981" y="461"/>
                  </a:lnTo>
                  <a:lnTo>
                    <a:pt x="3002" y="461"/>
                  </a:lnTo>
                  <a:lnTo>
                    <a:pt x="3022" y="460"/>
                  </a:lnTo>
                  <a:lnTo>
                    <a:pt x="3044" y="457"/>
                  </a:lnTo>
                  <a:lnTo>
                    <a:pt x="3070" y="451"/>
                  </a:lnTo>
                  <a:lnTo>
                    <a:pt x="3099" y="446"/>
                  </a:lnTo>
                  <a:lnTo>
                    <a:pt x="3132" y="439"/>
                  </a:lnTo>
                  <a:lnTo>
                    <a:pt x="3167" y="432"/>
                  </a:lnTo>
                  <a:lnTo>
                    <a:pt x="3203" y="424"/>
                  </a:lnTo>
                  <a:lnTo>
                    <a:pt x="3240" y="415"/>
                  </a:lnTo>
                  <a:lnTo>
                    <a:pt x="3278" y="407"/>
                  </a:lnTo>
                  <a:lnTo>
                    <a:pt x="3316" y="398"/>
                  </a:lnTo>
                  <a:lnTo>
                    <a:pt x="3353" y="389"/>
                  </a:lnTo>
                  <a:lnTo>
                    <a:pt x="3391" y="380"/>
                  </a:lnTo>
                  <a:lnTo>
                    <a:pt x="3425" y="372"/>
                  </a:lnTo>
                  <a:lnTo>
                    <a:pt x="3458" y="363"/>
                  </a:lnTo>
                  <a:lnTo>
                    <a:pt x="3488" y="356"/>
                  </a:lnTo>
                  <a:lnTo>
                    <a:pt x="3515" y="350"/>
                  </a:lnTo>
                  <a:lnTo>
                    <a:pt x="3539" y="343"/>
                  </a:lnTo>
                  <a:lnTo>
                    <a:pt x="3557" y="339"/>
                  </a:lnTo>
                  <a:lnTo>
                    <a:pt x="3572" y="336"/>
                  </a:lnTo>
                  <a:lnTo>
                    <a:pt x="3581" y="332"/>
                  </a:lnTo>
                  <a:lnTo>
                    <a:pt x="3584" y="332"/>
                  </a:lnTo>
                  <a:lnTo>
                    <a:pt x="3584" y="1458"/>
                  </a:lnTo>
                  <a:lnTo>
                    <a:pt x="3580" y="1458"/>
                  </a:lnTo>
                  <a:lnTo>
                    <a:pt x="3571" y="1460"/>
                  </a:lnTo>
                  <a:lnTo>
                    <a:pt x="3556" y="1464"/>
                  </a:lnTo>
                  <a:lnTo>
                    <a:pt x="3537" y="1467"/>
                  </a:lnTo>
                  <a:lnTo>
                    <a:pt x="3514" y="1472"/>
                  </a:lnTo>
                  <a:lnTo>
                    <a:pt x="3489" y="1477"/>
                  </a:lnTo>
                  <a:lnTo>
                    <a:pt x="3461" y="1482"/>
                  </a:lnTo>
                  <a:lnTo>
                    <a:pt x="3434" y="1488"/>
                  </a:lnTo>
                  <a:lnTo>
                    <a:pt x="3407" y="1493"/>
                  </a:lnTo>
                  <a:lnTo>
                    <a:pt x="3381" y="1499"/>
                  </a:lnTo>
                  <a:lnTo>
                    <a:pt x="3356" y="1503"/>
                  </a:lnTo>
                  <a:lnTo>
                    <a:pt x="3335" y="1506"/>
                  </a:lnTo>
                  <a:lnTo>
                    <a:pt x="3317" y="1510"/>
                  </a:lnTo>
                  <a:lnTo>
                    <a:pt x="3304" y="1512"/>
                  </a:lnTo>
                  <a:lnTo>
                    <a:pt x="3290" y="1514"/>
                  </a:lnTo>
                  <a:lnTo>
                    <a:pt x="3273" y="1517"/>
                  </a:lnTo>
                  <a:lnTo>
                    <a:pt x="3251" y="1522"/>
                  </a:lnTo>
                  <a:lnTo>
                    <a:pt x="3228" y="1525"/>
                  </a:lnTo>
                  <a:lnTo>
                    <a:pt x="3202" y="1528"/>
                  </a:lnTo>
                  <a:lnTo>
                    <a:pt x="3173" y="1528"/>
                  </a:lnTo>
                  <a:lnTo>
                    <a:pt x="3145" y="1527"/>
                  </a:lnTo>
                  <a:lnTo>
                    <a:pt x="3115" y="1523"/>
                  </a:lnTo>
                  <a:lnTo>
                    <a:pt x="3085" y="1514"/>
                  </a:lnTo>
                  <a:lnTo>
                    <a:pt x="3055" y="1502"/>
                  </a:lnTo>
                  <a:lnTo>
                    <a:pt x="3026" y="1483"/>
                  </a:lnTo>
                  <a:lnTo>
                    <a:pt x="2998" y="1459"/>
                  </a:lnTo>
                  <a:lnTo>
                    <a:pt x="2979" y="1441"/>
                  </a:lnTo>
                  <a:lnTo>
                    <a:pt x="2957" y="1419"/>
                  </a:lnTo>
                  <a:lnTo>
                    <a:pt x="2933" y="1395"/>
                  </a:lnTo>
                  <a:lnTo>
                    <a:pt x="2907" y="1368"/>
                  </a:lnTo>
                  <a:lnTo>
                    <a:pt x="2878" y="1339"/>
                  </a:lnTo>
                  <a:lnTo>
                    <a:pt x="2848" y="1308"/>
                  </a:lnTo>
                  <a:lnTo>
                    <a:pt x="2816" y="1276"/>
                  </a:lnTo>
                  <a:lnTo>
                    <a:pt x="2783" y="1242"/>
                  </a:lnTo>
                  <a:lnTo>
                    <a:pt x="2749" y="1207"/>
                  </a:lnTo>
                  <a:lnTo>
                    <a:pt x="2714" y="1171"/>
                  </a:lnTo>
                  <a:lnTo>
                    <a:pt x="2678" y="1135"/>
                  </a:lnTo>
                  <a:lnTo>
                    <a:pt x="2642" y="1098"/>
                  </a:lnTo>
                  <a:lnTo>
                    <a:pt x="2607" y="1061"/>
                  </a:lnTo>
                  <a:lnTo>
                    <a:pt x="2571" y="1025"/>
                  </a:lnTo>
                  <a:lnTo>
                    <a:pt x="2536" y="989"/>
                  </a:lnTo>
                  <a:lnTo>
                    <a:pt x="2501" y="953"/>
                  </a:lnTo>
                  <a:lnTo>
                    <a:pt x="2469" y="919"/>
                  </a:lnTo>
                  <a:lnTo>
                    <a:pt x="2436" y="887"/>
                  </a:lnTo>
                  <a:lnTo>
                    <a:pt x="2405" y="855"/>
                  </a:lnTo>
                  <a:lnTo>
                    <a:pt x="2376" y="824"/>
                  </a:lnTo>
                  <a:lnTo>
                    <a:pt x="2350" y="797"/>
                  </a:lnTo>
                  <a:lnTo>
                    <a:pt x="2325" y="772"/>
                  </a:lnTo>
                  <a:lnTo>
                    <a:pt x="2303" y="749"/>
                  </a:lnTo>
                  <a:lnTo>
                    <a:pt x="2283" y="728"/>
                  </a:lnTo>
                  <a:lnTo>
                    <a:pt x="2266" y="711"/>
                  </a:lnTo>
                  <a:lnTo>
                    <a:pt x="2253" y="698"/>
                  </a:lnTo>
                  <a:lnTo>
                    <a:pt x="2243" y="688"/>
                  </a:lnTo>
                  <a:lnTo>
                    <a:pt x="2237" y="682"/>
                  </a:lnTo>
                  <a:lnTo>
                    <a:pt x="2235" y="679"/>
                  </a:lnTo>
                  <a:lnTo>
                    <a:pt x="2233" y="677"/>
                  </a:lnTo>
                  <a:lnTo>
                    <a:pt x="2229" y="674"/>
                  </a:lnTo>
                  <a:lnTo>
                    <a:pt x="2221" y="667"/>
                  </a:lnTo>
                  <a:lnTo>
                    <a:pt x="2211" y="661"/>
                  </a:lnTo>
                  <a:lnTo>
                    <a:pt x="2197" y="653"/>
                  </a:lnTo>
                  <a:lnTo>
                    <a:pt x="2182" y="646"/>
                  </a:lnTo>
                  <a:lnTo>
                    <a:pt x="2163" y="638"/>
                  </a:lnTo>
                  <a:lnTo>
                    <a:pt x="2143" y="632"/>
                  </a:lnTo>
                  <a:lnTo>
                    <a:pt x="2119" y="629"/>
                  </a:lnTo>
                  <a:lnTo>
                    <a:pt x="2092" y="628"/>
                  </a:lnTo>
                  <a:lnTo>
                    <a:pt x="2065" y="631"/>
                  </a:lnTo>
                  <a:lnTo>
                    <a:pt x="2035" y="638"/>
                  </a:lnTo>
                  <a:lnTo>
                    <a:pt x="2002" y="649"/>
                  </a:lnTo>
                  <a:lnTo>
                    <a:pt x="1968" y="665"/>
                  </a:lnTo>
                  <a:lnTo>
                    <a:pt x="1929" y="687"/>
                  </a:lnTo>
                  <a:lnTo>
                    <a:pt x="1887" y="709"/>
                  </a:lnTo>
                  <a:lnTo>
                    <a:pt x="1845" y="733"/>
                  </a:lnTo>
                  <a:lnTo>
                    <a:pt x="1800" y="756"/>
                  </a:lnTo>
                  <a:lnTo>
                    <a:pt x="1756" y="780"/>
                  </a:lnTo>
                  <a:lnTo>
                    <a:pt x="1713" y="804"/>
                  </a:lnTo>
                  <a:lnTo>
                    <a:pt x="1670" y="827"/>
                  </a:lnTo>
                  <a:lnTo>
                    <a:pt x="1630" y="848"/>
                  </a:lnTo>
                  <a:lnTo>
                    <a:pt x="1592" y="868"/>
                  </a:lnTo>
                  <a:lnTo>
                    <a:pt x="1557" y="887"/>
                  </a:lnTo>
                  <a:lnTo>
                    <a:pt x="1526" y="902"/>
                  </a:lnTo>
                  <a:lnTo>
                    <a:pt x="1500" y="916"/>
                  </a:lnTo>
                  <a:lnTo>
                    <a:pt x="1473" y="932"/>
                  </a:lnTo>
                  <a:lnTo>
                    <a:pt x="1444" y="944"/>
                  </a:lnTo>
                  <a:lnTo>
                    <a:pt x="1414" y="952"/>
                  </a:lnTo>
                  <a:lnTo>
                    <a:pt x="1381" y="954"/>
                  </a:lnTo>
                  <a:lnTo>
                    <a:pt x="1344" y="951"/>
                  </a:lnTo>
                  <a:lnTo>
                    <a:pt x="1309" y="941"/>
                  </a:lnTo>
                  <a:lnTo>
                    <a:pt x="1277" y="925"/>
                  </a:lnTo>
                  <a:lnTo>
                    <a:pt x="1249" y="904"/>
                  </a:lnTo>
                  <a:lnTo>
                    <a:pt x="1224" y="878"/>
                  </a:lnTo>
                  <a:lnTo>
                    <a:pt x="1203" y="848"/>
                  </a:lnTo>
                  <a:lnTo>
                    <a:pt x="1188" y="816"/>
                  </a:lnTo>
                  <a:lnTo>
                    <a:pt x="1179" y="779"/>
                  </a:lnTo>
                  <a:lnTo>
                    <a:pt x="1176" y="740"/>
                  </a:lnTo>
                  <a:lnTo>
                    <a:pt x="1178" y="707"/>
                  </a:lnTo>
                  <a:lnTo>
                    <a:pt x="1186" y="674"/>
                  </a:lnTo>
                  <a:lnTo>
                    <a:pt x="1198" y="644"/>
                  </a:lnTo>
                  <a:lnTo>
                    <a:pt x="1214" y="617"/>
                  </a:lnTo>
                  <a:lnTo>
                    <a:pt x="1234" y="592"/>
                  </a:lnTo>
                  <a:lnTo>
                    <a:pt x="1257" y="570"/>
                  </a:lnTo>
                  <a:lnTo>
                    <a:pt x="1283" y="553"/>
                  </a:lnTo>
                  <a:lnTo>
                    <a:pt x="1311" y="540"/>
                  </a:lnTo>
                  <a:lnTo>
                    <a:pt x="1352" y="515"/>
                  </a:lnTo>
                  <a:lnTo>
                    <a:pt x="1396" y="487"/>
                  </a:lnTo>
                  <a:lnTo>
                    <a:pt x="1444" y="458"/>
                  </a:lnTo>
                  <a:lnTo>
                    <a:pt x="1496" y="427"/>
                  </a:lnTo>
                  <a:lnTo>
                    <a:pt x="1549" y="396"/>
                  </a:lnTo>
                  <a:lnTo>
                    <a:pt x="1604" y="363"/>
                  </a:lnTo>
                  <a:lnTo>
                    <a:pt x="1660" y="329"/>
                  </a:lnTo>
                  <a:lnTo>
                    <a:pt x="1718" y="295"/>
                  </a:lnTo>
                  <a:lnTo>
                    <a:pt x="1775" y="262"/>
                  </a:lnTo>
                  <a:lnTo>
                    <a:pt x="1832" y="229"/>
                  </a:lnTo>
                  <a:lnTo>
                    <a:pt x="1887" y="197"/>
                  </a:lnTo>
                  <a:lnTo>
                    <a:pt x="1941" y="167"/>
                  </a:lnTo>
                  <a:lnTo>
                    <a:pt x="1992" y="137"/>
                  </a:lnTo>
                  <a:lnTo>
                    <a:pt x="2040" y="109"/>
                  </a:lnTo>
                  <a:lnTo>
                    <a:pt x="2085" y="84"/>
                  </a:lnTo>
                  <a:lnTo>
                    <a:pt x="2125" y="62"/>
                  </a:lnTo>
                  <a:lnTo>
                    <a:pt x="2160" y="41"/>
                  </a:lnTo>
                  <a:lnTo>
                    <a:pt x="2186" y="28"/>
                  </a:lnTo>
                  <a:lnTo>
                    <a:pt x="2211" y="17"/>
                  </a:lnTo>
                  <a:lnTo>
                    <a:pt x="2235" y="8"/>
                  </a:lnTo>
                  <a:lnTo>
                    <a:pt x="2259" y="3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94869F0-0252-741E-B8E7-00A46A6D50AD}"/>
              </a:ext>
            </a:extLst>
          </p:cNvPr>
          <p:cNvSpPr txBox="1"/>
          <p:nvPr/>
        </p:nvSpPr>
        <p:spPr>
          <a:xfrm>
            <a:off x="9386960" y="1746015"/>
            <a:ext cx="524704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邀请他人参与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6A4B6E-1372-8553-D810-CAA9D7734801}"/>
              </a:ext>
            </a:extLst>
          </p:cNvPr>
          <p:cNvSpPr txBox="1"/>
          <p:nvPr/>
        </p:nvSpPr>
        <p:spPr>
          <a:xfrm>
            <a:off x="581114" y="410198"/>
            <a:ext cx="1392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温故知新：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8ACC68-DBBA-FD5C-5D65-439E59BA6BF2}"/>
              </a:ext>
            </a:extLst>
          </p:cNvPr>
          <p:cNvSpPr txBox="1"/>
          <p:nvPr/>
        </p:nvSpPr>
        <p:spPr>
          <a:xfrm>
            <a:off x="515023" y="1500474"/>
            <a:ext cx="3478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箭头颜色调整为深褐色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微软雅黑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文字调整为黑色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微软雅黑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图表调整为深浅不一的金色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D20E91F-160D-1D46-2371-00A12636DB66}"/>
              </a:ext>
            </a:extLst>
          </p:cNvPr>
          <p:cNvSpPr/>
          <p:nvPr/>
        </p:nvSpPr>
        <p:spPr>
          <a:xfrm>
            <a:off x="-318673" y="3284260"/>
            <a:ext cx="1143000" cy="10160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5150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394201" y="1898650"/>
            <a:ext cx="3348039" cy="3257551"/>
            <a:chOff x="2081" y="1188"/>
            <a:chExt cx="2163" cy="212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490" y="1188"/>
              <a:ext cx="1754" cy="1036"/>
            </a:xfrm>
            <a:custGeom>
              <a:avLst/>
              <a:gdLst>
                <a:gd name="T0" fmla="*/ 4 w 1754"/>
                <a:gd name="T1" fmla="*/ 245 h 1036"/>
                <a:gd name="T2" fmla="*/ 46 w 1754"/>
                <a:gd name="T3" fmla="*/ 207 h 1036"/>
                <a:gd name="T4" fmla="*/ 94 w 1754"/>
                <a:gd name="T5" fmla="*/ 169 h 1036"/>
                <a:gd name="T6" fmla="*/ 159 w 1754"/>
                <a:gd name="T7" fmla="*/ 128 h 1036"/>
                <a:gd name="T8" fmla="*/ 240 w 1754"/>
                <a:gd name="T9" fmla="*/ 86 h 1036"/>
                <a:gd name="T10" fmla="*/ 319 w 1754"/>
                <a:gd name="T11" fmla="*/ 53 h 1036"/>
                <a:gd name="T12" fmla="*/ 392 w 1754"/>
                <a:gd name="T13" fmla="*/ 32 h 1036"/>
                <a:gd name="T14" fmla="*/ 450 w 1754"/>
                <a:gd name="T15" fmla="*/ 18 h 1036"/>
                <a:gd name="T16" fmla="*/ 534 w 1754"/>
                <a:gd name="T17" fmla="*/ 6 h 1036"/>
                <a:gd name="T18" fmla="*/ 601 w 1754"/>
                <a:gd name="T19" fmla="*/ 1 h 1036"/>
                <a:gd name="T20" fmla="*/ 673 w 1754"/>
                <a:gd name="T21" fmla="*/ 0 h 1036"/>
                <a:gd name="T22" fmla="*/ 775 w 1754"/>
                <a:gd name="T23" fmla="*/ 7 h 1036"/>
                <a:gd name="T24" fmla="*/ 855 w 1754"/>
                <a:gd name="T25" fmla="*/ 19 h 1036"/>
                <a:gd name="T26" fmla="*/ 940 w 1754"/>
                <a:gd name="T27" fmla="*/ 37 h 1036"/>
                <a:gd name="T28" fmla="*/ 1022 w 1754"/>
                <a:gd name="T29" fmla="*/ 62 h 1036"/>
                <a:gd name="T30" fmla="*/ 1099 w 1754"/>
                <a:gd name="T31" fmla="*/ 91 h 1036"/>
                <a:gd name="T32" fmla="*/ 1170 w 1754"/>
                <a:gd name="T33" fmla="*/ 125 h 1036"/>
                <a:gd name="T34" fmla="*/ 1234 w 1754"/>
                <a:gd name="T35" fmla="*/ 162 h 1036"/>
                <a:gd name="T36" fmla="*/ 1292 w 1754"/>
                <a:gd name="T37" fmla="*/ 203 h 1036"/>
                <a:gd name="T38" fmla="*/ 1346 w 1754"/>
                <a:gd name="T39" fmla="*/ 246 h 1036"/>
                <a:gd name="T40" fmla="*/ 1394 w 1754"/>
                <a:gd name="T41" fmla="*/ 291 h 1036"/>
                <a:gd name="T42" fmla="*/ 1437 w 1754"/>
                <a:gd name="T43" fmla="*/ 338 h 1036"/>
                <a:gd name="T44" fmla="*/ 1475 w 1754"/>
                <a:gd name="T45" fmla="*/ 384 h 1036"/>
                <a:gd name="T46" fmla="*/ 1519 w 1754"/>
                <a:gd name="T47" fmla="*/ 446 h 1036"/>
                <a:gd name="T48" fmla="*/ 1565 w 1754"/>
                <a:gd name="T49" fmla="*/ 522 h 1036"/>
                <a:gd name="T50" fmla="*/ 1593 w 1754"/>
                <a:gd name="T51" fmla="*/ 579 h 1036"/>
                <a:gd name="T52" fmla="*/ 1615 w 1754"/>
                <a:gd name="T53" fmla="*/ 632 h 1036"/>
                <a:gd name="T54" fmla="*/ 1644 w 1754"/>
                <a:gd name="T55" fmla="*/ 717 h 1036"/>
                <a:gd name="T56" fmla="*/ 1658 w 1754"/>
                <a:gd name="T57" fmla="*/ 772 h 1036"/>
                <a:gd name="T58" fmla="*/ 1303 w 1754"/>
                <a:gd name="T59" fmla="*/ 842 h 1036"/>
                <a:gd name="T60" fmla="*/ 1392 w 1754"/>
                <a:gd name="T61" fmla="*/ 795 h 1036"/>
                <a:gd name="T62" fmla="*/ 1381 w 1754"/>
                <a:gd name="T63" fmla="*/ 763 h 1036"/>
                <a:gd name="T64" fmla="*/ 1356 w 1754"/>
                <a:gd name="T65" fmla="*/ 702 h 1036"/>
                <a:gd name="T66" fmla="*/ 1337 w 1754"/>
                <a:gd name="T67" fmla="*/ 666 h 1036"/>
                <a:gd name="T68" fmla="*/ 1300 w 1754"/>
                <a:gd name="T69" fmla="*/ 608 h 1036"/>
                <a:gd name="T70" fmla="*/ 1260 w 1754"/>
                <a:gd name="T71" fmla="*/ 556 h 1036"/>
                <a:gd name="T72" fmla="*/ 1211 w 1754"/>
                <a:gd name="T73" fmla="*/ 503 h 1036"/>
                <a:gd name="T74" fmla="*/ 1138 w 1754"/>
                <a:gd name="T75" fmla="*/ 440 h 1036"/>
                <a:gd name="T76" fmla="*/ 1081 w 1754"/>
                <a:gd name="T77" fmla="*/ 399 h 1036"/>
                <a:gd name="T78" fmla="*/ 1015 w 1754"/>
                <a:gd name="T79" fmla="*/ 361 h 1036"/>
                <a:gd name="T80" fmla="*/ 943 w 1754"/>
                <a:gd name="T81" fmla="*/ 325 h 1036"/>
                <a:gd name="T82" fmla="*/ 883 w 1754"/>
                <a:gd name="T83" fmla="*/ 300 h 1036"/>
                <a:gd name="T84" fmla="*/ 826 w 1754"/>
                <a:gd name="T85" fmla="*/ 281 h 1036"/>
                <a:gd name="T86" fmla="*/ 770 w 1754"/>
                <a:gd name="T87" fmla="*/ 268 h 1036"/>
                <a:gd name="T88" fmla="*/ 716 w 1754"/>
                <a:gd name="T89" fmla="*/ 260 h 1036"/>
                <a:gd name="T90" fmla="*/ 649 w 1754"/>
                <a:gd name="T91" fmla="*/ 257 h 1036"/>
                <a:gd name="T92" fmla="*/ 599 w 1754"/>
                <a:gd name="T93" fmla="*/ 259 h 1036"/>
                <a:gd name="T94" fmla="*/ 553 w 1754"/>
                <a:gd name="T95" fmla="*/ 264 h 1036"/>
                <a:gd name="T96" fmla="*/ 495 w 1754"/>
                <a:gd name="T97" fmla="*/ 276 h 1036"/>
                <a:gd name="T98" fmla="*/ 442 w 1754"/>
                <a:gd name="T99" fmla="*/ 292 h 1036"/>
                <a:gd name="T100" fmla="*/ 394 w 1754"/>
                <a:gd name="T101" fmla="*/ 312 h 1036"/>
                <a:gd name="T102" fmla="*/ 330 w 1754"/>
                <a:gd name="T103" fmla="*/ 345 h 1036"/>
                <a:gd name="T104" fmla="*/ 278 w 1754"/>
                <a:gd name="T105" fmla="*/ 378 h 1036"/>
                <a:gd name="T106" fmla="*/ 228 w 1754"/>
                <a:gd name="T107" fmla="*/ 416 h 1036"/>
                <a:gd name="T108" fmla="*/ 199 w 1754"/>
                <a:gd name="T109" fmla="*/ 442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54" h="1036">
                  <a:moveTo>
                    <a:pt x="199" y="442"/>
                  </a:moveTo>
                  <a:lnTo>
                    <a:pt x="0" y="249"/>
                  </a:lnTo>
                  <a:lnTo>
                    <a:pt x="4" y="245"/>
                  </a:lnTo>
                  <a:lnTo>
                    <a:pt x="15" y="234"/>
                  </a:lnTo>
                  <a:lnTo>
                    <a:pt x="34" y="217"/>
                  </a:lnTo>
                  <a:lnTo>
                    <a:pt x="46" y="207"/>
                  </a:lnTo>
                  <a:lnTo>
                    <a:pt x="60" y="195"/>
                  </a:lnTo>
                  <a:lnTo>
                    <a:pt x="76" y="182"/>
                  </a:lnTo>
                  <a:lnTo>
                    <a:pt x="94" y="169"/>
                  </a:lnTo>
                  <a:lnTo>
                    <a:pt x="114" y="155"/>
                  </a:lnTo>
                  <a:lnTo>
                    <a:pt x="136" y="142"/>
                  </a:lnTo>
                  <a:lnTo>
                    <a:pt x="159" y="128"/>
                  </a:lnTo>
                  <a:lnTo>
                    <a:pt x="184" y="114"/>
                  </a:lnTo>
                  <a:lnTo>
                    <a:pt x="211" y="100"/>
                  </a:lnTo>
                  <a:lnTo>
                    <a:pt x="240" y="86"/>
                  </a:lnTo>
                  <a:lnTo>
                    <a:pt x="270" y="73"/>
                  </a:lnTo>
                  <a:lnTo>
                    <a:pt x="303" y="59"/>
                  </a:lnTo>
                  <a:lnTo>
                    <a:pt x="319" y="53"/>
                  </a:lnTo>
                  <a:lnTo>
                    <a:pt x="336" y="47"/>
                  </a:lnTo>
                  <a:lnTo>
                    <a:pt x="373" y="37"/>
                  </a:lnTo>
                  <a:lnTo>
                    <a:pt x="392" y="32"/>
                  </a:lnTo>
                  <a:lnTo>
                    <a:pt x="410" y="27"/>
                  </a:lnTo>
                  <a:lnTo>
                    <a:pt x="430" y="22"/>
                  </a:lnTo>
                  <a:lnTo>
                    <a:pt x="450" y="18"/>
                  </a:lnTo>
                  <a:lnTo>
                    <a:pt x="491" y="11"/>
                  </a:lnTo>
                  <a:lnTo>
                    <a:pt x="513" y="8"/>
                  </a:lnTo>
                  <a:lnTo>
                    <a:pt x="534" y="6"/>
                  </a:lnTo>
                  <a:lnTo>
                    <a:pt x="556" y="3"/>
                  </a:lnTo>
                  <a:lnTo>
                    <a:pt x="579" y="2"/>
                  </a:lnTo>
                  <a:lnTo>
                    <a:pt x="601" y="1"/>
                  </a:lnTo>
                  <a:lnTo>
                    <a:pt x="625" y="0"/>
                  </a:lnTo>
                  <a:lnTo>
                    <a:pt x="649" y="0"/>
                  </a:lnTo>
                  <a:lnTo>
                    <a:pt x="673" y="0"/>
                  </a:lnTo>
                  <a:lnTo>
                    <a:pt x="723" y="2"/>
                  </a:lnTo>
                  <a:lnTo>
                    <a:pt x="748" y="4"/>
                  </a:lnTo>
                  <a:lnTo>
                    <a:pt x="775" y="7"/>
                  </a:lnTo>
                  <a:lnTo>
                    <a:pt x="801" y="10"/>
                  </a:lnTo>
                  <a:lnTo>
                    <a:pt x="828" y="14"/>
                  </a:lnTo>
                  <a:lnTo>
                    <a:pt x="855" y="19"/>
                  </a:lnTo>
                  <a:lnTo>
                    <a:pt x="883" y="24"/>
                  </a:lnTo>
                  <a:lnTo>
                    <a:pt x="912" y="30"/>
                  </a:lnTo>
                  <a:lnTo>
                    <a:pt x="940" y="37"/>
                  </a:lnTo>
                  <a:lnTo>
                    <a:pt x="968" y="44"/>
                  </a:lnTo>
                  <a:lnTo>
                    <a:pt x="996" y="53"/>
                  </a:lnTo>
                  <a:lnTo>
                    <a:pt x="1022" y="62"/>
                  </a:lnTo>
                  <a:lnTo>
                    <a:pt x="1049" y="71"/>
                  </a:lnTo>
                  <a:lnTo>
                    <a:pt x="1075" y="81"/>
                  </a:lnTo>
                  <a:lnTo>
                    <a:pt x="1099" y="91"/>
                  </a:lnTo>
                  <a:lnTo>
                    <a:pt x="1123" y="102"/>
                  </a:lnTo>
                  <a:lnTo>
                    <a:pt x="1147" y="113"/>
                  </a:lnTo>
                  <a:lnTo>
                    <a:pt x="1170" y="125"/>
                  </a:lnTo>
                  <a:lnTo>
                    <a:pt x="1192" y="137"/>
                  </a:lnTo>
                  <a:lnTo>
                    <a:pt x="1213" y="149"/>
                  </a:lnTo>
                  <a:lnTo>
                    <a:pt x="1234" y="162"/>
                  </a:lnTo>
                  <a:lnTo>
                    <a:pt x="1254" y="175"/>
                  </a:lnTo>
                  <a:lnTo>
                    <a:pt x="1274" y="188"/>
                  </a:lnTo>
                  <a:lnTo>
                    <a:pt x="1292" y="203"/>
                  </a:lnTo>
                  <a:lnTo>
                    <a:pt x="1311" y="217"/>
                  </a:lnTo>
                  <a:lnTo>
                    <a:pt x="1329" y="231"/>
                  </a:lnTo>
                  <a:lnTo>
                    <a:pt x="1346" y="246"/>
                  </a:lnTo>
                  <a:lnTo>
                    <a:pt x="1363" y="261"/>
                  </a:lnTo>
                  <a:lnTo>
                    <a:pt x="1378" y="276"/>
                  </a:lnTo>
                  <a:lnTo>
                    <a:pt x="1394" y="291"/>
                  </a:lnTo>
                  <a:lnTo>
                    <a:pt x="1408" y="306"/>
                  </a:lnTo>
                  <a:lnTo>
                    <a:pt x="1423" y="321"/>
                  </a:lnTo>
                  <a:lnTo>
                    <a:pt x="1437" y="338"/>
                  </a:lnTo>
                  <a:lnTo>
                    <a:pt x="1451" y="353"/>
                  </a:lnTo>
                  <a:lnTo>
                    <a:pt x="1463" y="369"/>
                  </a:lnTo>
                  <a:lnTo>
                    <a:pt x="1475" y="384"/>
                  </a:lnTo>
                  <a:lnTo>
                    <a:pt x="1487" y="400"/>
                  </a:lnTo>
                  <a:lnTo>
                    <a:pt x="1509" y="431"/>
                  </a:lnTo>
                  <a:lnTo>
                    <a:pt x="1519" y="446"/>
                  </a:lnTo>
                  <a:lnTo>
                    <a:pt x="1529" y="462"/>
                  </a:lnTo>
                  <a:lnTo>
                    <a:pt x="1547" y="493"/>
                  </a:lnTo>
                  <a:lnTo>
                    <a:pt x="1565" y="522"/>
                  </a:lnTo>
                  <a:lnTo>
                    <a:pt x="1580" y="551"/>
                  </a:lnTo>
                  <a:lnTo>
                    <a:pt x="1587" y="565"/>
                  </a:lnTo>
                  <a:lnTo>
                    <a:pt x="1593" y="579"/>
                  </a:lnTo>
                  <a:lnTo>
                    <a:pt x="1599" y="594"/>
                  </a:lnTo>
                  <a:lnTo>
                    <a:pt x="1605" y="607"/>
                  </a:lnTo>
                  <a:lnTo>
                    <a:pt x="1615" y="632"/>
                  </a:lnTo>
                  <a:lnTo>
                    <a:pt x="1624" y="656"/>
                  </a:lnTo>
                  <a:lnTo>
                    <a:pt x="1632" y="678"/>
                  </a:lnTo>
                  <a:lnTo>
                    <a:pt x="1644" y="717"/>
                  </a:lnTo>
                  <a:lnTo>
                    <a:pt x="1652" y="746"/>
                  </a:lnTo>
                  <a:lnTo>
                    <a:pt x="1657" y="765"/>
                  </a:lnTo>
                  <a:lnTo>
                    <a:pt x="1658" y="772"/>
                  </a:lnTo>
                  <a:lnTo>
                    <a:pt x="1754" y="759"/>
                  </a:lnTo>
                  <a:lnTo>
                    <a:pt x="1573" y="1036"/>
                  </a:lnTo>
                  <a:lnTo>
                    <a:pt x="1303" y="842"/>
                  </a:lnTo>
                  <a:lnTo>
                    <a:pt x="1397" y="817"/>
                  </a:lnTo>
                  <a:lnTo>
                    <a:pt x="1394" y="803"/>
                  </a:lnTo>
                  <a:lnTo>
                    <a:pt x="1392" y="795"/>
                  </a:lnTo>
                  <a:lnTo>
                    <a:pt x="1389" y="785"/>
                  </a:lnTo>
                  <a:lnTo>
                    <a:pt x="1385" y="775"/>
                  </a:lnTo>
                  <a:lnTo>
                    <a:pt x="1381" y="763"/>
                  </a:lnTo>
                  <a:lnTo>
                    <a:pt x="1370" y="735"/>
                  </a:lnTo>
                  <a:lnTo>
                    <a:pt x="1364" y="719"/>
                  </a:lnTo>
                  <a:lnTo>
                    <a:pt x="1356" y="702"/>
                  </a:lnTo>
                  <a:lnTo>
                    <a:pt x="1347" y="685"/>
                  </a:lnTo>
                  <a:lnTo>
                    <a:pt x="1342" y="676"/>
                  </a:lnTo>
                  <a:lnTo>
                    <a:pt x="1337" y="666"/>
                  </a:lnTo>
                  <a:lnTo>
                    <a:pt x="1326" y="648"/>
                  </a:lnTo>
                  <a:lnTo>
                    <a:pt x="1314" y="628"/>
                  </a:lnTo>
                  <a:lnTo>
                    <a:pt x="1300" y="608"/>
                  </a:lnTo>
                  <a:lnTo>
                    <a:pt x="1284" y="588"/>
                  </a:lnTo>
                  <a:lnTo>
                    <a:pt x="1268" y="566"/>
                  </a:lnTo>
                  <a:lnTo>
                    <a:pt x="1260" y="556"/>
                  </a:lnTo>
                  <a:lnTo>
                    <a:pt x="1251" y="546"/>
                  </a:lnTo>
                  <a:lnTo>
                    <a:pt x="1231" y="525"/>
                  </a:lnTo>
                  <a:lnTo>
                    <a:pt x="1211" y="503"/>
                  </a:lnTo>
                  <a:lnTo>
                    <a:pt x="1188" y="482"/>
                  </a:lnTo>
                  <a:lnTo>
                    <a:pt x="1163" y="462"/>
                  </a:lnTo>
                  <a:lnTo>
                    <a:pt x="1138" y="440"/>
                  </a:lnTo>
                  <a:lnTo>
                    <a:pt x="1110" y="419"/>
                  </a:lnTo>
                  <a:lnTo>
                    <a:pt x="1096" y="409"/>
                  </a:lnTo>
                  <a:lnTo>
                    <a:pt x="1081" y="399"/>
                  </a:lnTo>
                  <a:lnTo>
                    <a:pt x="1049" y="380"/>
                  </a:lnTo>
                  <a:lnTo>
                    <a:pt x="1033" y="370"/>
                  </a:lnTo>
                  <a:lnTo>
                    <a:pt x="1015" y="361"/>
                  </a:lnTo>
                  <a:lnTo>
                    <a:pt x="980" y="343"/>
                  </a:lnTo>
                  <a:lnTo>
                    <a:pt x="962" y="334"/>
                  </a:lnTo>
                  <a:lnTo>
                    <a:pt x="943" y="325"/>
                  </a:lnTo>
                  <a:lnTo>
                    <a:pt x="923" y="316"/>
                  </a:lnTo>
                  <a:lnTo>
                    <a:pt x="903" y="307"/>
                  </a:lnTo>
                  <a:lnTo>
                    <a:pt x="883" y="300"/>
                  </a:lnTo>
                  <a:lnTo>
                    <a:pt x="864" y="293"/>
                  </a:lnTo>
                  <a:lnTo>
                    <a:pt x="845" y="287"/>
                  </a:lnTo>
                  <a:lnTo>
                    <a:pt x="826" y="281"/>
                  </a:lnTo>
                  <a:lnTo>
                    <a:pt x="807" y="276"/>
                  </a:lnTo>
                  <a:lnTo>
                    <a:pt x="789" y="272"/>
                  </a:lnTo>
                  <a:lnTo>
                    <a:pt x="770" y="268"/>
                  </a:lnTo>
                  <a:lnTo>
                    <a:pt x="751" y="265"/>
                  </a:lnTo>
                  <a:lnTo>
                    <a:pt x="734" y="262"/>
                  </a:lnTo>
                  <a:lnTo>
                    <a:pt x="716" y="260"/>
                  </a:lnTo>
                  <a:lnTo>
                    <a:pt x="699" y="259"/>
                  </a:lnTo>
                  <a:lnTo>
                    <a:pt x="682" y="257"/>
                  </a:lnTo>
                  <a:lnTo>
                    <a:pt x="649" y="257"/>
                  </a:lnTo>
                  <a:lnTo>
                    <a:pt x="631" y="257"/>
                  </a:lnTo>
                  <a:lnTo>
                    <a:pt x="615" y="258"/>
                  </a:lnTo>
                  <a:lnTo>
                    <a:pt x="599" y="259"/>
                  </a:lnTo>
                  <a:lnTo>
                    <a:pt x="584" y="260"/>
                  </a:lnTo>
                  <a:lnTo>
                    <a:pt x="568" y="262"/>
                  </a:lnTo>
                  <a:lnTo>
                    <a:pt x="553" y="264"/>
                  </a:lnTo>
                  <a:lnTo>
                    <a:pt x="539" y="267"/>
                  </a:lnTo>
                  <a:lnTo>
                    <a:pt x="524" y="270"/>
                  </a:lnTo>
                  <a:lnTo>
                    <a:pt x="495" y="276"/>
                  </a:lnTo>
                  <a:lnTo>
                    <a:pt x="481" y="280"/>
                  </a:lnTo>
                  <a:lnTo>
                    <a:pt x="468" y="284"/>
                  </a:lnTo>
                  <a:lnTo>
                    <a:pt x="442" y="292"/>
                  </a:lnTo>
                  <a:lnTo>
                    <a:pt x="417" y="302"/>
                  </a:lnTo>
                  <a:lnTo>
                    <a:pt x="405" y="306"/>
                  </a:lnTo>
                  <a:lnTo>
                    <a:pt x="394" y="312"/>
                  </a:lnTo>
                  <a:lnTo>
                    <a:pt x="372" y="322"/>
                  </a:lnTo>
                  <a:lnTo>
                    <a:pt x="349" y="334"/>
                  </a:lnTo>
                  <a:lnTo>
                    <a:pt x="330" y="345"/>
                  </a:lnTo>
                  <a:lnTo>
                    <a:pt x="311" y="356"/>
                  </a:lnTo>
                  <a:lnTo>
                    <a:pt x="294" y="367"/>
                  </a:lnTo>
                  <a:lnTo>
                    <a:pt x="278" y="378"/>
                  </a:lnTo>
                  <a:lnTo>
                    <a:pt x="264" y="388"/>
                  </a:lnTo>
                  <a:lnTo>
                    <a:pt x="251" y="398"/>
                  </a:lnTo>
                  <a:lnTo>
                    <a:pt x="228" y="416"/>
                  </a:lnTo>
                  <a:lnTo>
                    <a:pt x="212" y="430"/>
                  </a:lnTo>
                  <a:lnTo>
                    <a:pt x="203" y="439"/>
                  </a:lnTo>
                  <a:lnTo>
                    <a:pt x="199" y="442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0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2081" y="1728"/>
              <a:ext cx="573" cy="1450"/>
            </a:xfrm>
            <a:custGeom>
              <a:avLst/>
              <a:gdLst>
                <a:gd name="T0" fmla="*/ 456 w 573"/>
                <a:gd name="T1" fmla="*/ 1450 h 1450"/>
                <a:gd name="T2" fmla="*/ 419 w 573"/>
                <a:gd name="T3" fmla="*/ 1422 h 1450"/>
                <a:gd name="T4" fmla="*/ 364 w 573"/>
                <a:gd name="T5" fmla="*/ 1375 h 1450"/>
                <a:gd name="T6" fmla="*/ 330 w 573"/>
                <a:gd name="T7" fmla="*/ 1343 h 1450"/>
                <a:gd name="T8" fmla="*/ 292 w 573"/>
                <a:gd name="T9" fmla="*/ 1305 h 1450"/>
                <a:gd name="T10" fmla="*/ 253 w 573"/>
                <a:gd name="T11" fmla="*/ 1264 h 1450"/>
                <a:gd name="T12" fmla="*/ 214 w 573"/>
                <a:gd name="T13" fmla="*/ 1217 h 1450"/>
                <a:gd name="T14" fmla="*/ 174 w 573"/>
                <a:gd name="T15" fmla="*/ 1165 h 1450"/>
                <a:gd name="T16" fmla="*/ 155 w 573"/>
                <a:gd name="T17" fmla="*/ 1138 h 1450"/>
                <a:gd name="T18" fmla="*/ 119 w 573"/>
                <a:gd name="T19" fmla="*/ 1081 h 1450"/>
                <a:gd name="T20" fmla="*/ 103 w 573"/>
                <a:gd name="T21" fmla="*/ 1050 h 1450"/>
                <a:gd name="T22" fmla="*/ 79 w 573"/>
                <a:gd name="T23" fmla="*/ 1003 h 1450"/>
                <a:gd name="T24" fmla="*/ 57 w 573"/>
                <a:gd name="T25" fmla="*/ 954 h 1450"/>
                <a:gd name="T26" fmla="*/ 39 w 573"/>
                <a:gd name="T27" fmla="*/ 902 h 1450"/>
                <a:gd name="T28" fmla="*/ 29 w 573"/>
                <a:gd name="T29" fmla="*/ 867 h 1450"/>
                <a:gd name="T30" fmla="*/ 20 w 573"/>
                <a:gd name="T31" fmla="*/ 831 h 1450"/>
                <a:gd name="T32" fmla="*/ 14 w 573"/>
                <a:gd name="T33" fmla="*/ 793 h 1450"/>
                <a:gd name="T34" fmla="*/ 6 w 573"/>
                <a:gd name="T35" fmla="*/ 732 h 1450"/>
                <a:gd name="T36" fmla="*/ 3 w 573"/>
                <a:gd name="T37" fmla="*/ 692 h 1450"/>
                <a:gd name="T38" fmla="*/ 1 w 573"/>
                <a:gd name="T39" fmla="*/ 651 h 1450"/>
                <a:gd name="T40" fmla="*/ 0 w 573"/>
                <a:gd name="T41" fmla="*/ 576 h 1450"/>
                <a:gd name="T42" fmla="*/ 2 w 573"/>
                <a:gd name="T43" fmla="*/ 539 h 1450"/>
                <a:gd name="T44" fmla="*/ 8 w 573"/>
                <a:gd name="T45" fmla="*/ 471 h 1450"/>
                <a:gd name="T46" fmla="*/ 16 w 573"/>
                <a:gd name="T47" fmla="*/ 407 h 1450"/>
                <a:gd name="T48" fmla="*/ 28 w 573"/>
                <a:gd name="T49" fmla="*/ 349 h 1450"/>
                <a:gd name="T50" fmla="*/ 42 w 573"/>
                <a:gd name="T51" fmla="*/ 296 h 1450"/>
                <a:gd name="T52" fmla="*/ 56 w 573"/>
                <a:gd name="T53" fmla="*/ 248 h 1450"/>
                <a:gd name="T54" fmla="*/ 73 w 573"/>
                <a:gd name="T55" fmla="*/ 206 h 1450"/>
                <a:gd name="T56" fmla="*/ 96 w 573"/>
                <a:gd name="T57" fmla="*/ 153 h 1450"/>
                <a:gd name="T58" fmla="*/ 110 w 573"/>
                <a:gd name="T59" fmla="*/ 124 h 1450"/>
                <a:gd name="T60" fmla="*/ 129 w 573"/>
                <a:gd name="T61" fmla="*/ 91 h 1450"/>
                <a:gd name="T62" fmla="*/ 146 w 573"/>
                <a:gd name="T63" fmla="*/ 65 h 1450"/>
                <a:gd name="T64" fmla="*/ 425 w 573"/>
                <a:gd name="T65" fmla="*/ 0 h 1450"/>
                <a:gd name="T66" fmla="*/ 347 w 573"/>
                <a:gd name="T67" fmla="*/ 255 h 1450"/>
                <a:gd name="T68" fmla="*/ 334 w 573"/>
                <a:gd name="T69" fmla="*/ 297 h 1450"/>
                <a:gd name="T70" fmla="*/ 313 w 573"/>
                <a:gd name="T71" fmla="*/ 370 h 1450"/>
                <a:gd name="T72" fmla="*/ 299 w 573"/>
                <a:gd name="T73" fmla="*/ 433 h 1450"/>
                <a:gd name="T74" fmla="*/ 289 w 573"/>
                <a:gd name="T75" fmla="*/ 484 h 1450"/>
                <a:gd name="T76" fmla="*/ 284 w 573"/>
                <a:gd name="T77" fmla="*/ 518 h 1450"/>
                <a:gd name="T78" fmla="*/ 277 w 573"/>
                <a:gd name="T79" fmla="*/ 571 h 1450"/>
                <a:gd name="T80" fmla="*/ 275 w 573"/>
                <a:gd name="T81" fmla="*/ 605 h 1450"/>
                <a:gd name="T82" fmla="*/ 274 w 573"/>
                <a:gd name="T83" fmla="*/ 654 h 1450"/>
                <a:gd name="T84" fmla="*/ 276 w 573"/>
                <a:gd name="T85" fmla="*/ 684 h 1450"/>
                <a:gd name="T86" fmla="*/ 282 w 573"/>
                <a:gd name="T87" fmla="*/ 724 h 1450"/>
                <a:gd name="T88" fmla="*/ 287 w 573"/>
                <a:gd name="T89" fmla="*/ 750 h 1450"/>
                <a:gd name="T90" fmla="*/ 302 w 573"/>
                <a:gd name="T91" fmla="*/ 801 h 1450"/>
                <a:gd name="T92" fmla="*/ 320 w 573"/>
                <a:gd name="T93" fmla="*/ 851 h 1450"/>
                <a:gd name="T94" fmla="*/ 331 w 573"/>
                <a:gd name="T95" fmla="*/ 876 h 1450"/>
                <a:gd name="T96" fmla="*/ 354 w 573"/>
                <a:gd name="T97" fmla="*/ 922 h 1450"/>
                <a:gd name="T98" fmla="*/ 379 w 573"/>
                <a:gd name="T99" fmla="*/ 968 h 1450"/>
                <a:gd name="T100" fmla="*/ 405 w 573"/>
                <a:gd name="T101" fmla="*/ 1010 h 1450"/>
                <a:gd name="T102" fmla="*/ 432 w 573"/>
                <a:gd name="T103" fmla="*/ 1049 h 1450"/>
                <a:gd name="T104" fmla="*/ 458 w 573"/>
                <a:gd name="T105" fmla="*/ 1085 h 1450"/>
                <a:gd name="T106" fmla="*/ 508 w 573"/>
                <a:gd name="T107" fmla="*/ 1145 h 1450"/>
                <a:gd name="T108" fmla="*/ 547 w 573"/>
                <a:gd name="T109" fmla="*/ 1188 h 1450"/>
                <a:gd name="T110" fmla="*/ 573 w 573"/>
                <a:gd name="T111" fmla="*/ 1214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73" h="1450">
                  <a:moveTo>
                    <a:pt x="573" y="1214"/>
                  </a:moveTo>
                  <a:lnTo>
                    <a:pt x="456" y="1450"/>
                  </a:lnTo>
                  <a:lnTo>
                    <a:pt x="439" y="1437"/>
                  </a:lnTo>
                  <a:lnTo>
                    <a:pt x="419" y="1422"/>
                  </a:lnTo>
                  <a:lnTo>
                    <a:pt x="394" y="1401"/>
                  </a:lnTo>
                  <a:lnTo>
                    <a:pt x="364" y="1375"/>
                  </a:lnTo>
                  <a:lnTo>
                    <a:pt x="347" y="1360"/>
                  </a:lnTo>
                  <a:lnTo>
                    <a:pt x="330" y="1343"/>
                  </a:lnTo>
                  <a:lnTo>
                    <a:pt x="310" y="1324"/>
                  </a:lnTo>
                  <a:lnTo>
                    <a:pt x="292" y="1305"/>
                  </a:lnTo>
                  <a:lnTo>
                    <a:pt x="272" y="1285"/>
                  </a:lnTo>
                  <a:lnTo>
                    <a:pt x="253" y="1264"/>
                  </a:lnTo>
                  <a:lnTo>
                    <a:pt x="233" y="1241"/>
                  </a:lnTo>
                  <a:lnTo>
                    <a:pt x="214" y="1217"/>
                  </a:lnTo>
                  <a:lnTo>
                    <a:pt x="193" y="1191"/>
                  </a:lnTo>
                  <a:lnTo>
                    <a:pt x="174" y="1165"/>
                  </a:lnTo>
                  <a:lnTo>
                    <a:pt x="165" y="1152"/>
                  </a:lnTo>
                  <a:lnTo>
                    <a:pt x="155" y="1138"/>
                  </a:lnTo>
                  <a:lnTo>
                    <a:pt x="137" y="1110"/>
                  </a:lnTo>
                  <a:lnTo>
                    <a:pt x="119" y="1081"/>
                  </a:lnTo>
                  <a:lnTo>
                    <a:pt x="111" y="1065"/>
                  </a:lnTo>
                  <a:lnTo>
                    <a:pt x="103" y="1050"/>
                  </a:lnTo>
                  <a:lnTo>
                    <a:pt x="87" y="1019"/>
                  </a:lnTo>
                  <a:lnTo>
                    <a:pt x="79" y="1003"/>
                  </a:lnTo>
                  <a:lnTo>
                    <a:pt x="72" y="987"/>
                  </a:lnTo>
                  <a:lnTo>
                    <a:pt x="57" y="954"/>
                  </a:lnTo>
                  <a:lnTo>
                    <a:pt x="45" y="919"/>
                  </a:lnTo>
                  <a:lnTo>
                    <a:pt x="39" y="902"/>
                  </a:lnTo>
                  <a:lnTo>
                    <a:pt x="34" y="884"/>
                  </a:lnTo>
                  <a:lnTo>
                    <a:pt x="29" y="867"/>
                  </a:lnTo>
                  <a:lnTo>
                    <a:pt x="24" y="849"/>
                  </a:lnTo>
                  <a:lnTo>
                    <a:pt x="20" y="831"/>
                  </a:lnTo>
                  <a:lnTo>
                    <a:pt x="17" y="812"/>
                  </a:lnTo>
                  <a:lnTo>
                    <a:pt x="14" y="793"/>
                  </a:lnTo>
                  <a:lnTo>
                    <a:pt x="11" y="774"/>
                  </a:lnTo>
                  <a:lnTo>
                    <a:pt x="6" y="732"/>
                  </a:lnTo>
                  <a:lnTo>
                    <a:pt x="4" y="712"/>
                  </a:lnTo>
                  <a:lnTo>
                    <a:pt x="3" y="692"/>
                  </a:lnTo>
                  <a:lnTo>
                    <a:pt x="2" y="671"/>
                  </a:lnTo>
                  <a:lnTo>
                    <a:pt x="1" y="651"/>
                  </a:lnTo>
                  <a:lnTo>
                    <a:pt x="0" y="613"/>
                  </a:lnTo>
                  <a:lnTo>
                    <a:pt x="0" y="576"/>
                  </a:lnTo>
                  <a:lnTo>
                    <a:pt x="1" y="557"/>
                  </a:lnTo>
                  <a:lnTo>
                    <a:pt x="2" y="539"/>
                  </a:lnTo>
                  <a:lnTo>
                    <a:pt x="4" y="504"/>
                  </a:lnTo>
                  <a:lnTo>
                    <a:pt x="8" y="471"/>
                  </a:lnTo>
                  <a:lnTo>
                    <a:pt x="12" y="439"/>
                  </a:lnTo>
                  <a:lnTo>
                    <a:pt x="16" y="407"/>
                  </a:lnTo>
                  <a:lnTo>
                    <a:pt x="22" y="377"/>
                  </a:lnTo>
                  <a:lnTo>
                    <a:pt x="28" y="349"/>
                  </a:lnTo>
                  <a:lnTo>
                    <a:pt x="35" y="322"/>
                  </a:lnTo>
                  <a:lnTo>
                    <a:pt x="42" y="296"/>
                  </a:lnTo>
                  <a:lnTo>
                    <a:pt x="49" y="271"/>
                  </a:lnTo>
                  <a:lnTo>
                    <a:pt x="56" y="248"/>
                  </a:lnTo>
                  <a:lnTo>
                    <a:pt x="65" y="226"/>
                  </a:lnTo>
                  <a:lnTo>
                    <a:pt x="73" y="206"/>
                  </a:lnTo>
                  <a:lnTo>
                    <a:pt x="88" y="169"/>
                  </a:lnTo>
                  <a:lnTo>
                    <a:pt x="96" y="153"/>
                  </a:lnTo>
                  <a:lnTo>
                    <a:pt x="103" y="137"/>
                  </a:lnTo>
                  <a:lnTo>
                    <a:pt x="110" y="124"/>
                  </a:lnTo>
                  <a:lnTo>
                    <a:pt x="117" y="111"/>
                  </a:lnTo>
                  <a:lnTo>
                    <a:pt x="129" y="91"/>
                  </a:lnTo>
                  <a:lnTo>
                    <a:pt x="138" y="77"/>
                  </a:lnTo>
                  <a:lnTo>
                    <a:pt x="146" y="65"/>
                  </a:lnTo>
                  <a:lnTo>
                    <a:pt x="82" y="0"/>
                  </a:lnTo>
                  <a:lnTo>
                    <a:pt x="425" y="0"/>
                  </a:lnTo>
                  <a:lnTo>
                    <a:pt x="429" y="323"/>
                  </a:lnTo>
                  <a:lnTo>
                    <a:pt x="347" y="255"/>
                  </a:lnTo>
                  <a:lnTo>
                    <a:pt x="344" y="266"/>
                  </a:lnTo>
                  <a:lnTo>
                    <a:pt x="334" y="297"/>
                  </a:lnTo>
                  <a:lnTo>
                    <a:pt x="320" y="343"/>
                  </a:lnTo>
                  <a:lnTo>
                    <a:pt x="313" y="370"/>
                  </a:lnTo>
                  <a:lnTo>
                    <a:pt x="306" y="400"/>
                  </a:lnTo>
                  <a:lnTo>
                    <a:pt x="299" y="433"/>
                  </a:lnTo>
                  <a:lnTo>
                    <a:pt x="292" y="467"/>
                  </a:lnTo>
                  <a:lnTo>
                    <a:pt x="289" y="484"/>
                  </a:lnTo>
                  <a:lnTo>
                    <a:pt x="286" y="501"/>
                  </a:lnTo>
                  <a:lnTo>
                    <a:pt x="284" y="518"/>
                  </a:lnTo>
                  <a:lnTo>
                    <a:pt x="281" y="535"/>
                  </a:lnTo>
                  <a:lnTo>
                    <a:pt x="277" y="571"/>
                  </a:lnTo>
                  <a:lnTo>
                    <a:pt x="276" y="588"/>
                  </a:lnTo>
                  <a:lnTo>
                    <a:pt x="275" y="605"/>
                  </a:lnTo>
                  <a:lnTo>
                    <a:pt x="274" y="638"/>
                  </a:lnTo>
                  <a:lnTo>
                    <a:pt x="274" y="654"/>
                  </a:lnTo>
                  <a:lnTo>
                    <a:pt x="275" y="670"/>
                  </a:lnTo>
                  <a:lnTo>
                    <a:pt x="276" y="684"/>
                  </a:lnTo>
                  <a:lnTo>
                    <a:pt x="278" y="697"/>
                  </a:lnTo>
                  <a:lnTo>
                    <a:pt x="282" y="724"/>
                  </a:lnTo>
                  <a:lnTo>
                    <a:pt x="284" y="737"/>
                  </a:lnTo>
                  <a:lnTo>
                    <a:pt x="287" y="750"/>
                  </a:lnTo>
                  <a:lnTo>
                    <a:pt x="294" y="775"/>
                  </a:lnTo>
                  <a:lnTo>
                    <a:pt x="302" y="801"/>
                  </a:lnTo>
                  <a:lnTo>
                    <a:pt x="310" y="827"/>
                  </a:lnTo>
                  <a:lnTo>
                    <a:pt x="320" y="851"/>
                  </a:lnTo>
                  <a:lnTo>
                    <a:pt x="325" y="864"/>
                  </a:lnTo>
                  <a:lnTo>
                    <a:pt x="331" y="876"/>
                  </a:lnTo>
                  <a:lnTo>
                    <a:pt x="342" y="899"/>
                  </a:lnTo>
                  <a:lnTo>
                    <a:pt x="354" y="922"/>
                  </a:lnTo>
                  <a:lnTo>
                    <a:pt x="366" y="946"/>
                  </a:lnTo>
                  <a:lnTo>
                    <a:pt x="379" y="968"/>
                  </a:lnTo>
                  <a:lnTo>
                    <a:pt x="392" y="989"/>
                  </a:lnTo>
                  <a:lnTo>
                    <a:pt x="405" y="1010"/>
                  </a:lnTo>
                  <a:lnTo>
                    <a:pt x="418" y="1030"/>
                  </a:lnTo>
                  <a:lnTo>
                    <a:pt x="432" y="1049"/>
                  </a:lnTo>
                  <a:lnTo>
                    <a:pt x="445" y="1068"/>
                  </a:lnTo>
                  <a:lnTo>
                    <a:pt x="458" y="1085"/>
                  </a:lnTo>
                  <a:lnTo>
                    <a:pt x="485" y="1117"/>
                  </a:lnTo>
                  <a:lnTo>
                    <a:pt x="508" y="1145"/>
                  </a:lnTo>
                  <a:lnTo>
                    <a:pt x="529" y="1169"/>
                  </a:lnTo>
                  <a:lnTo>
                    <a:pt x="547" y="1188"/>
                  </a:lnTo>
                  <a:lnTo>
                    <a:pt x="561" y="1202"/>
                  </a:lnTo>
                  <a:lnTo>
                    <a:pt x="573" y="121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0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730" y="2331"/>
              <a:ext cx="1450" cy="979"/>
            </a:xfrm>
            <a:custGeom>
              <a:avLst/>
              <a:gdLst>
                <a:gd name="T0" fmla="*/ 1450 w 1450"/>
                <a:gd name="T1" fmla="*/ 6 h 979"/>
                <a:gd name="T2" fmla="*/ 1445 w 1450"/>
                <a:gd name="T3" fmla="*/ 70 h 979"/>
                <a:gd name="T4" fmla="*/ 1435 w 1450"/>
                <a:gd name="T5" fmla="*/ 136 h 979"/>
                <a:gd name="T6" fmla="*/ 1418 w 1450"/>
                <a:gd name="T7" fmla="*/ 216 h 979"/>
                <a:gd name="T8" fmla="*/ 1397 w 1450"/>
                <a:gd name="T9" fmla="*/ 292 h 979"/>
                <a:gd name="T10" fmla="*/ 1368 w 1450"/>
                <a:gd name="T11" fmla="*/ 371 h 979"/>
                <a:gd name="T12" fmla="*/ 1329 w 1450"/>
                <a:gd name="T13" fmla="*/ 454 h 979"/>
                <a:gd name="T14" fmla="*/ 1300 w 1450"/>
                <a:gd name="T15" fmla="*/ 503 h 979"/>
                <a:gd name="T16" fmla="*/ 1256 w 1450"/>
                <a:gd name="T17" fmla="*/ 568 h 979"/>
                <a:gd name="T18" fmla="*/ 1218 w 1450"/>
                <a:gd name="T19" fmla="*/ 615 h 979"/>
                <a:gd name="T20" fmla="*/ 1174 w 1450"/>
                <a:gd name="T21" fmla="*/ 660 h 979"/>
                <a:gd name="T22" fmla="*/ 1126 w 1450"/>
                <a:gd name="T23" fmla="*/ 702 h 979"/>
                <a:gd name="T24" fmla="*/ 1073 w 1450"/>
                <a:gd name="T25" fmla="*/ 741 h 979"/>
                <a:gd name="T26" fmla="*/ 1013 w 1450"/>
                <a:gd name="T27" fmla="*/ 777 h 979"/>
                <a:gd name="T28" fmla="*/ 949 w 1450"/>
                <a:gd name="T29" fmla="*/ 809 h 979"/>
                <a:gd name="T30" fmla="*/ 826 w 1450"/>
                <a:gd name="T31" fmla="*/ 859 h 979"/>
                <a:gd name="T32" fmla="*/ 711 w 1450"/>
                <a:gd name="T33" fmla="*/ 893 h 979"/>
                <a:gd name="T34" fmla="*/ 621 w 1450"/>
                <a:gd name="T35" fmla="*/ 911 h 979"/>
                <a:gd name="T36" fmla="*/ 538 w 1450"/>
                <a:gd name="T37" fmla="*/ 922 h 979"/>
                <a:gd name="T38" fmla="*/ 448 w 1450"/>
                <a:gd name="T39" fmla="*/ 926 h 979"/>
                <a:gd name="T40" fmla="*/ 370 w 1450"/>
                <a:gd name="T41" fmla="*/ 924 h 979"/>
                <a:gd name="T42" fmla="*/ 305 w 1450"/>
                <a:gd name="T43" fmla="*/ 916 h 979"/>
                <a:gd name="T44" fmla="*/ 254 w 1450"/>
                <a:gd name="T45" fmla="*/ 906 h 979"/>
                <a:gd name="T46" fmla="*/ 197 w 1450"/>
                <a:gd name="T47" fmla="*/ 891 h 979"/>
                <a:gd name="T48" fmla="*/ 0 w 1450"/>
                <a:gd name="T49" fmla="*/ 666 h 979"/>
                <a:gd name="T50" fmla="*/ 294 w 1450"/>
                <a:gd name="T51" fmla="*/ 663 h 979"/>
                <a:gd name="T52" fmla="*/ 342 w 1450"/>
                <a:gd name="T53" fmla="*/ 673 h 979"/>
                <a:gd name="T54" fmla="*/ 386 w 1450"/>
                <a:gd name="T55" fmla="*/ 678 h 979"/>
                <a:gd name="T56" fmla="*/ 439 w 1450"/>
                <a:gd name="T57" fmla="*/ 682 h 979"/>
                <a:gd name="T58" fmla="*/ 500 w 1450"/>
                <a:gd name="T59" fmla="*/ 682 h 979"/>
                <a:gd name="T60" fmla="*/ 568 w 1450"/>
                <a:gd name="T61" fmla="*/ 677 h 979"/>
                <a:gd name="T62" fmla="*/ 615 w 1450"/>
                <a:gd name="T63" fmla="*/ 669 h 979"/>
                <a:gd name="T64" fmla="*/ 690 w 1450"/>
                <a:gd name="T65" fmla="*/ 649 h 979"/>
                <a:gd name="T66" fmla="*/ 740 w 1450"/>
                <a:gd name="T67" fmla="*/ 631 h 979"/>
                <a:gd name="T68" fmla="*/ 793 w 1450"/>
                <a:gd name="T69" fmla="*/ 608 h 979"/>
                <a:gd name="T70" fmla="*/ 858 w 1450"/>
                <a:gd name="T71" fmla="*/ 571 h 979"/>
                <a:gd name="T72" fmla="*/ 923 w 1450"/>
                <a:gd name="T73" fmla="*/ 524 h 979"/>
                <a:gd name="T74" fmla="*/ 967 w 1450"/>
                <a:gd name="T75" fmla="*/ 483 h 979"/>
                <a:gd name="T76" fmla="*/ 1006 w 1450"/>
                <a:gd name="T77" fmla="*/ 441 h 979"/>
                <a:gd name="T78" fmla="*/ 1055 w 1450"/>
                <a:gd name="T79" fmla="*/ 375 h 979"/>
                <a:gd name="T80" fmla="*/ 1093 w 1450"/>
                <a:gd name="T81" fmla="*/ 310 h 979"/>
                <a:gd name="T82" fmla="*/ 1122 w 1450"/>
                <a:gd name="T83" fmla="*/ 246 h 979"/>
                <a:gd name="T84" fmla="*/ 1143 w 1450"/>
                <a:gd name="T85" fmla="*/ 188 h 979"/>
                <a:gd name="T86" fmla="*/ 1157 w 1450"/>
                <a:gd name="T87" fmla="*/ 137 h 979"/>
                <a:gd name="T88" fmla="*/ 1171 w 1450"/>
                <a:gd name="T89" fmla="*/ 67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0" h="979">
                  <a:moveTo>
                    <a:pt x="1172" y="52"/>
                  </a:moveTo>
                  <a:lnTo>
                    <a:pt x="1450" y="0"/>
                  </a:lnTo>
                  <a:lnTo>
                    <a:pt x="1450" y="6"/>
                  </a:lnTo>
                  <a:lnTo>
                    <a:pt x="1449" y="24"/>
                  </a:lnTo>
                  <a:lnTo>
                    <a:pt x="1447" y="53"/>
                  </a:lnTo>
                  <a:lnTo>
                    <a:pt x="1445" y="70"/>
                  </a:lnTo>
                  <a:lnTo>
                    <a:pt x="1442" y="90"/>
                  </a:lnTo>
                  <a:lnTo>
                    <a:pt x="1439" y="112"/>
                  </a:lnTo>
                  <a:lnTo>
                    <a:pt x="1435" y="136"/>
                  </a:lnTo>
                  <a:lnTo>
                    <a:pt x="1430" y="162"/>
                  </a:lnTo>
                  <a:lnTo>
                    <a:pt x="1425" y="188"/>
                  </a:lnTo>
                  <a:lnTo>
                    <a:pt x="1418" y="216"/>
                  </a:lnTo>
                  <a:lnTo>
                    <a:pt x="1411" y="246"/>
                  </a:lnTo>
                  <a:lnTo>
                    <a:pt x="1402" y="277"/>
                  </a:lnTo>
                  <a:lnTo>
                    <a:pt x="1397" y="292"/>
                  </a:lnTo>
                  <a:lnTo>
                    <a:pt x="1392" y="308"/>
                  </a:lnTo>
                  <a:lnTo>
                    <a:pt x="1381" y="339"/>
                  </a:lnTo>
                  <a:lnTo>
                    <a:pt x="1368" y="371"/>
                  </a:lnTo>
                  <a:lnTo>
                    <a:pt x="1354" y="405"/>
                  </a:lnTo>
                  <a:lnTo>
                    <a:pt x="1338" y="438"/>
                  </a:lnTo>
                  <a:lnTo>
                    <a:pt x="1329" y="454"/>
                  </a:lnTo>
                  <a:lnTo>
                    <a:pt x="1320" y="470"/>
                  </a:lnTo>
                  <a:lnTo>
                    <a:pt x="1310" y="487"/>
                  </a:lnTo>
                  <a:lnTo>
                    <a:pt x="1300" y="503"/>
                  </a:lnTo>
                  <a:lnTo>
                    <a:pt x="1279" y="536"/>
                  </a:lnTo>
                  <a:lnTo>
                    <a:pt x="1268" y="552"/>
                  </a:lnTo>
                  <a:lnTo>
                    <a:pt x="1256" y="568"/>
                  </a:lnTo>
                  <a:lnTo>
                    <a:pt x="1244" y="584"/>
                  </a:lnTo>
                  <a:lnTo>
                    <a:pt x="1231" y="599"/>
                  </a:lnTo>
                  <a:lnTo>
                    <a:pt x="1218" y="615"/>
                  </a:lnTo>
                  <a:lnTo>
                    <a:pt x="1204" y="630"/>
                  </a:lnTo>
                  <a:lnTo>
                    <a:pt x="1190" y="645"/>
                  </a:lnTo>
                  <a:lnTo>
                    <a:pt x="1174" y="660"/>
                  </a:lnTo>
                  <a:lnTo>
                    <a:pt x="1159" y="675"/>
                  </a:lnTo>
                  <a:lnTo>
                    <a:pt x="1143" y="689"/>
                  </a:lnTo>
                  <a:lnTo>
                    <a:pt x="1126" y="702"/>
                  </a:lnTo>
                  <a:lnTo>
                    <a:pt x="1109" y="716"/>
                  </a:lnTo>
                  <a:lnTo>
                    <a:pt x="1091" y="729"/>
                  </a:lnTo>
                  <a:lnTo>
                    <a:pt x="1073" y="741"/>
                  </a:lnTo>
                  <a:lnTo>
                    <a:pt x="1054" y="754"/>
                  </a:lnTo>
                  <a:lnTo>
                    <a:pt x="1033" y="766"/>
                  </a:lnTo>
                  <a:lnTo>
                    <a:pt x="1013" y="777"/>
                  </a:lnTo>
                  <a:lnTo>
                    <a:pt x="992" y="789"/>
                  </a:lnTo>
                  <a:lnTo>
                    <a:pt x="970" y="799"/>
                  </a:lnTo>
                  <a:lnTo>
                    <a:pt x="949" y="809"/>
                  </a:lnTo>
                  <a:lnTo>
                    <a:pt x="907" y="828"/>
                  </a:lnTo>
                  <a:lnTo>
                    <a:pt x="866" y="844"/>
                  </a:lnTo>
                  <a:lnTo>
                    <a:pt x="826" y="859"/>
                  </a:lnTo>
                  <a:lnTo>
                    <a:pt x="787" y="872"/>
                  </a:lnTo>
                  <a:lnTo>
                    <a:pt x="748" y="883"/>
                  </a:lnTo>
                  <a:lnTo>
                    <a:pt x="711" y="893"/>
                  </a:lnTo>
                  <a:lnTo>
                    <a:pt x="674" y="901"/>
                  </a:lnTo>
                  <a:lnTo>
                    <a:pt x="638" y="908"/>
                  </a:lnTo>
                  <a:lnTo>
                    <a:pt x="621" y="911"/>
                  </a:lnTo>
                  <a:lnTo>
                    <a:pt x="604" y="915"/>
                  </a:lnTo>
                  <a:lnTo>
                    <a:pt x="570" y="919"/>
                  </a:lnTo>
                  <a:lnTo>
                    <a:pt x="538" y="922"/>
                  </a:lnTo>
                  <a:lnTo>
                    <a:pt x="506" y="925"/>
                  </a:lnTo>
                  <a:lnTo>
                    <a:pt x="477" y="926"/>
                  </a:lnTo>
                  <a:lnTo>
                    <a:pt x="448" y="926"/>
                  </a:lnTo>
                  <a:lnTo>
                    <a:pt x="421" y="926"/>
                  </a:lnTo>
                  <a:lnTo>
                    <a:pt x="395" y="925"/>
                  </a:lnTo>
                  <a:lnTo>
                    <a:pt x="370" y="924"/>
                  </a:lnTo>
                  <a:lnTo>
                    <a:pt x="347" y="922"/>
                  </a:lnTo>
                  <a:lnTo>
                    <a:pt x="325" y="919"/>
                  </a:lnTo>
                  <a:lnTo>
                    <a:pt x="305" y="916"/>
                  </a:lnTo>
                  <a:lnTo>
                    <a:pt x="286" y="912"/>
                  </a:lnTo>
                  <a:lnTo>
                    <a:pt x="270" y="909"/>
                  </a:lnTo>
                  <a:lnTo>
                    <a:pt x="254" y="906"/>
                  </a:lnTo>
                  <a:lnTo>
                    <a:pt x="227" y="900"/>
                  </a:lnTo>
                  <a:lnTo>
                    <a:pt x="209" y="895"/>
                  </a:lnTo>
                  <a:lnTo>
                    <a:pt x="197" y="891"/>
                  </a:lnTo>
                  <a:lnTo>
                    <a:pt x="193" y="890"/>
                  </a:lnTo>
                  <a:lnTo>
                    <a:pt x="148" y="979"/>
                  </a:lnTo>
                  <a:lnTo>
                    <a:pt x="0" y="666"/>
                  </a:lnTo>
                  <a:lnTo>
                    <a:pt x="316" y="562"/>
                  </a:lnTo>
                  <a:lnTo>
                    <a:pt x="281" y="659"/>
                  </a:lnTo>
                  <a:lnTo>
                    <a:pt x="294" y="663"/>
                  </a:lnTo>
                  <a:lnTo>
                    <a:pt x="309" y="666"/>
                  </a:lnTo>
                  <a:lnTo>
                    <a:pt x="330" y="670"/>
                  </a:lnTo>
                  <a:lnTo>
                    <a:pt x="342" y="673"/>
                  </a:lnTo>
                  <a:lnTo>
                    <a:pt x="355" y="675"/>
                  </a:lnTo>
                  <a:lnTo>
                    <a:pt x="370" y="677"/>
                  </a:lnTo>
                  <a:lnTo>
                    <a:pt x="386" y="678"/>
                  </a:lnTo>
                  <a:lnTo>
                    <a:pt x="403" y="680"/>
                  </a:lnTo>
                  <a:lnTo>
                    <a:pt x="421" y="681"/>
                  </a:lnTo>
                  <a:lnTo>
                    <a:pt x="439" y="682"/>
                  </a:lnTo>
                  <a:lnTo>
                    <a:pt x="459" y="683"/>
                  </a:lnTo>
                  <a:lnTo>
                    <a:pt x="479" y="683"/>
                  </a:lnTo>
                  <a:lnTo>
                    <a:pt x="500" y="682"/>
                  </a:lnTo>
                  <a:lnTo>
                    <a:pt x="522" y="681"/>
                  </a:lnTo>
                  <a:lnTo>
                    <a:pt x="545" y="679"/>
                  </a:lnTo>
                  <a:lnTo>
                    <a:pt x="568" y="677"/>
                  </a:lnTo>
                  <a:lnTo>
                    <a:pt x="579" y="675"/>
                  </a:lnTo>
                  <a:lnTo>
                    <a:pt x="591" y="673"/>
                  </a:lnTo>
                  <a:lnTo>
                    <a:pt x="615" y="669"/>
                  </a:lnTo>
                  <a:lnTo>
                    <a:pt x="639" y="664"/>
                  </a:lnTo>
                  <a:lnTo>
                    <a:pt x="665" y="658"/>
                  </a:lnTo>
                  <a:lnTo>
                    <a:pt x="690" y="649"/>
                  </a:lnTo>
                  <a:lnTo>
                    <a:pt x="702" y="645"/>
                  </a:lnTo>
                  <a:lnTo>
                    <a:pt x="715" y="641"/>
                  </a:lnTo>
                  <a:lnTo>
                    <a:pt x="740" y="631"/>
                  </a:lnTo>
                  <a:lnTo>
                    <a:pt x="766" y="621"/>
                  </a:lnTo>
                  <a:lnTo>
                    <a:pt x="780" y="615"/>
                  </a:lnTo>
                  <a:lnTo>
                    <a:pt x="793" y="608"/>
                  </a:lnTo>
                  <a:lnTo>
                    <a:pt x="819" y="595"/>
                  </a:lnTo>
                  <a:lnTo>
                    <a:pt x="844" y="580"/>
                  </a:lnTo>
                  <a:lnTo>
                    <a:pt x="858" y="571"/>
                  </a:lnTo>
                  <a:lnTo>
                    <a:pt x="872" y="562"/>
                  </a:lnTo>
                  <a:lnTo>
                    <a:pt x="898" y="544"/>
                  </a:lnTo>
                  <a:lnTo>
                    <a:pt x="923" y="524"/>
                  </a:lnTo>
                  <a:lnTo>
                    <a:pt x="934" y="514"/>
                  </a:lnTo>
                  <a:lnTo>
                    <a:pt x="946" y="504"/>
                  </a:lnTo>
                  <a:lnTo>
                    <a:pt x="967" y="483"/>
                  </a:lnTo>
                  <a:lnTo>
                    <a:pt x="977" y="473"/>
                  </a:lnTo>
                  <a:lnTo>
                    <a:pt x="987" y="462"/>
                  </a:lnTo>
                  <a:lnTo>
                    <a:pt x="1006" y="441"/>
                  </a:lnTo>
                  <a:lnTo>
                    <a:pt x="1023" y="419"/>
                  </a:lnTo>
                  <a:lnTo>
                    <a:pt x="1039" y="398"/>
                  </a:lnTo>
                  <a:lnTo>
                    <a:pt x="1055" y="375"/>
                  </a:lnTo>
                  <a:lnTo>
                    <a:pt x="1069" y="353"/>
                  </a:lnTo>
                  <a:lnTo>
                    <a:pt x="1082" y="331"/>
                  </a:lnTo>
                  <a:lnTo>
                    <a:pt x="1093" y="310"/>
                  </a:lnTo>
                  <a:lnTo>
                    <a:pt x="1104" y="288"/>
                  </a:lnTo>
                  <a:lnTo>
                    <a:pt x="1114" y="267"/>
                  </a:lnTo>
                  <a:lnTo>
                    <a:pt x="1122" y="246"/>
                  </a:lnTo>
                  <a:lnTo>
                    <a:pt x="1130" y="226"/>
                  </a:lnTo>
                  <a:lnTo>
                    <a:pt x="1137" y="207"/>
                  </a:lnTo>
                  <a:lnTo>
                    <a:pt x="1143" y="188"/>
                  </a:lnTo>
                  <a:lnTo>
                    <a:pt x="1149" y="170"/>
                  </a:lnTo>
                  <a:lnTo>
                    <a:pt x="1153" y="153"/>
                  </a:lnTo>
                  <a:lnTo>
                    <a:pt x="1157" y="137"/>
                  </a:lnTo>
                  <a:lnTo>
                    <a:pt x="1164" y="108"/>
                  </a:lnTo>
                  <a:lnTo>
                    <a:pt x="1168" y="84"/>
                  </a:lnTo>
                  <a:lnTo>
                    <a:pt x="1171" y="67"/>
                  </a:lnTo>
                  <a:lnTo>
                    <a:pt x="1172" y="52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0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8" name="Freeform 6"/>
          <p:cNvSpPr>
            <a:spLocks/>
          </p:cNvSpPr>
          <p:nvPr/>
        </p:nvSpPr>
        <p:spPr bwMode="grayWhite">
          <a:xfrm>
            <a:off x="4757740" y="2168525"/>
            <a:ext cx="2714625" cy="1590675"/>
          </a:xfrm>
          <a:custGeom>
            <a:avLst/>
            <a:gdLst>
              <a:gd name="T0" fmla="*/ 4 w 1754"/>
              <a:gd name="T1" fmla="*/ 245 h 1036"/>
              <a:gd name="T2" fmla="*/ 46 w 1754"/>
              <a:gd name="T3" fmla="*/ 207 h 1036"/>
              <a:gd name="T4" fmla="*/ 94 w 1754"/>
              <a:gd name="T5" fmla="*/ 169 h 1036"/>
              <a:gd name="T6" fmla="*/ 159 w 1754"/>
              <a:gd name="T7" fmla="*/ 128 h 1036"/>
              <a:gd name="T8" fmla="*/ 240 w 1754"/>
              <a:gd name="T9" fmla="*/ 86 h 1036"/>
              <a:gd name="T10" fmla="*/ 319 w 1754"/>
              <a:gd name="T11" fmla="*/ 53 h 1036"/>
              <a:gd name="T12" fmla="*/ 392 w 1754"/>
              <a:gd name="T13" fmla="*/ 32 h 1036"/>
              <a:gd name="T14" fmla="*/ 450 w 1754"/>
              <a:gd name="T15" fmla="*/ 18 h 1036"/>
              <a:gd name="T16" fmla="*/ 534 w 1754"/>
              <a:gd name="T17" fmla="*/ 6 h 1036"/>
              <a:gd name="T18" fmla="*/ 601 w 1754"/>
              <a:gd name="T19" fmla="*/ 1 h 1036"/>
              <a:gd name="T20" fmla="*/ 673 w 1754"/>
              <a:gd name="T21" fmla="*/ 0 h 1036"/>
              <a:gd name="T22" fmla="*/ 775 w 1754"/>
              <a:gd name="T23" fmla="*/ 7 h 1036"/>
              <a:gd name="T24" fmla="*/ 855 w 1754"/>
              <a:gd name="T25" fmla="*/ 19 h 1036"/>
              <a:gd name="T26" fmla="*/ 940 w 1754"/>
              <a:gd name="T27" fmla="*/ 37 h 1036"/>
              <a:gd name="T28" fmla="*/ 1022 w 1754"/>
              <a:gd name="T29" fmla="*/ 62 h 1036"/>
              <a:gd name="T30" fmla="*/ 1099 w 1754"/>
              <a:gd name="T31" fmla="*/ 91 h 1036"/>
              <a:gd name="T32" fmla="*/ 1170 w 1754"/>
              <a:gd name="T33" fmla="*/ 125 h 1036"/>
              <a:gd name="T34" fmla="*/ 1234 w 1754"/>
              <a:gd name="T35" fmla="*/ 162 h 1036"/>
              <a:gd name="T36" fmla="*/ 1292 w 1754"/>
              <a:gd name="T37" fmla="*/ 203 h 1036"/>
              <a:gd name="T38" fmla="*/ 1346 w 1754"/>
              <a:gd name="T39" fmla="*/ 246 h 1036"/>
              <a:gd name="T40" fmla="*/ 1394 w 1754"/>
              <a:gd name="T41" fmla="*/ 291 h 1036"/>
              <a:gd name="T42" fmla="*/ 1437 w 1754"/>
              <a:gd name="T43" fmla="*/ 338 h 1036"/>
              <a:gd name="T44" fmla="*/ 1475 w 1754"/>
              <a:gd name="T45" fmla="*/ 384 h 1036"/>
              <a:gd name="T46" fmla="*/ 1519 w 1754"/>
              <a:gd name="T47" fmla="*/ 446 h 1036"/>
              <a:gd name="T48" fmla="*/ 1565 w 1754"/>
              <a:gd name="T49" fmla="*/ 522 h 1036"/>
              <a:gd name="T50" fmla="*/ 1593 w 1754"/>
              <a:gd name="T51" fmla="*/ 579 h 1036"/>
              <a:gd name="T52" fmla="*/ 1615 w 1754"/>
              <a:gd name="T53" fmla="*/ 632 h 1036"/>
              <a:gd name="T54" fmla="*/ 1644 w 1754"/>
              <a:gd name="T55" fmla="*/ 717 h 1036"/>
              <a:gd name="T56" fmla="*/ 1658 w 1754"/>
              <a:gd name="T57" fmla="*/ 772 h 1036"/>
              <a:gd name="T58" fmla="*/ 1303 w 1754"/>
              <a:gd name="T59" fmla="*/ 842 h 1036"/>
              <a:gd name="T60" fmla="*/ 1392 w 1754"/>
              <a:gd name="T61" fmla="*/ 795 h 1036"/>
              <a:gd name="T62" fmla="*/ 1381 w 1754"/>
              <a:gd name="T63" fmla="*/ 763 h 1036"/>
              <a:gd name="T64" fmla="*/ 1356 w 1754"/>
              <a:gd name="T65" fmla="*/ 702 h 1036"/>
              <a:gd name="T66" fmla="*/ 1337 w 1754"/>
              <a:gd name="T67" fmla="*/ 666 h 1036"/>
              <a:gd name="T68" fmla="*/ 1300 w 1754"/>
              <a:gd name="T69" fmla="*/ 608 h 1036"/>
              <a:gd name="T70" fmla="*/ 1260 w 1754"/>
              <a:gd name="T71" fmla="*/ 556 h 1036"/>
              <a:gd name="T72" fmla="*/ 1211 w 1754"/>
              <a:gd name="T73" fmla="*/ 503 h 1036"/>
              <a:gd name="T74" fmla="*/ 1138 w 1754"/>
              <a:gd name="T75" fmla="*/ 440 h 1036"/>
              <a:gd name="T76" fmla="*/ 1081 w 1754"/>
              <a:gd name="T77" fmla="*/ 399 h 1036"/>
              <a:gd name="T78" fmla="*/ 1015 w 1754"/>
              <a:gd name="T79" fmla="*/ 361 h 1036"/>
              <a:gd name="T80" fmla="*/ 943 w 1754"/>
              <a:gd name="T81" fmla="*/ 325 h 1036"/>
              <a:gd name="T82" fmla="*/ 883 w 1754"/>
              <a:gd name="T83" fmla="*/ 300 h 1036"/>
              <a:gd name="T84" fmla="*/ 826 w 1754"/>
              <a:gd name="T85" fmla="*/ 281 h 1036"/>
              <a:gd name="T86" fmla="*/ 770 w 1754"/>
              <a:gd name="T87" fmla="*/ 268 h 1036"/>
              <a:gd name="T88" fmla="*/ 716 w 1754"/>
              <a:gd name="T89" fmla="*/ 260 h 1036"/>
              <a:gd name="T90" fmla="*/ 649 w 1754"/>
              <a:gd name="T91" fmla="*/ 257 h 1036"/>
              <a:gd name="T92" fmla="*/ 599 w 1754"/>
              <a:gd name="T93" fmla="*/ 259 h 1036"/>
              <a:gd name="T94" fmla="*/ 553 w 1754"/>
              <a:gd name="T95" fmla="*/ 264 h 1036"/>
              <a:gd name="T96" fmla="*/ 495 w 1754"/>
              <a:gd name="T97" fmla="*/ 276 h 1036"/>
              <a:gd name="T98" fmla="*/ 442 w 1754"/>
              <a:gd name="T99" fmla="*/ 292 h 1036"/>
              <a:gd name="T100" fmla="*/ 394 w 1754"/>
              <a:gd name="T101" fmla="*/ 312 h 1036"/>
              <a:gd name="T102" fmla="*/ 330 w 1754"/>
              <a:gd name="T103" fmla="*/ 345 h 1036"/>
              <a:gd name="T104" fmla="*/ 278 w 1754"/>
              <a:gd name="T105" fmla="*/ 378 h 1036"/>
              <a:gd name="T106" fmla="*/ 228 w 1754"/>
              <a:gd name="T107" fmla="*/ 416 h 1036"/>
              <a:gd name="T108" fmla="*/ 199 w 1754"/>
              <a:gd name="T109" fmla="*/ 442 h 1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54" h="1036">
                <a:moveTo>
                  <a:pt x="199" y="442"/>
                </a:moveTo>
                <a:lnTo>
                  <a:pt x="0" y="249"/>
                </a:lnTo>
                <a:lnTo>
                  <a:pt x="4" y="245"/>
                </a:lnTo>
                <a:lnTo>
                  <a:pt x="15" y="234"/>
                </a:lnTo>
                <a:lnTo>
                  <a:pt x="34" y="217"/>
                </a:lnTo>
                <a:lnTo>
                  <a:pt x="46" y="207"/>
                </a:lnTo>
                <a:lnTo>
                  <a:pt x="60" y="195"/>
                </a:lnTo>
                <a:lnTo>
                  <a:pt x="76" y="182"/>
                </a:lnTo>
                <a:lnTo>
                  <a:pt x="94" y="169"/>
                </a:lnTo>
                <a:lnTo>
                  <a:pt x="114" y="155"/>
                </a:lnTo>
                <a:lnTo>
                  <a:pt x="136" y="142"/>
                </a:lnTo>
                <a:lnTo>
                  <a:pt x="159" y="128"/>
                </a:lnTo>
                <a:lnTo>
                  <a:pt x="184" y="114"/>
                </a:lnTo>
                <a:lnTo>
                  <a:pt x="211" y="100"/>
                </a:lnTo>
                <a:lnTo>
                  <a:pt x="240" y="86"/>
                </a:lnTo>
                <a:lnTo>
                  <a:pt x="270" y="73"/>
                </a:lnTo>
                <a:lnTo>
                  <a:pt x="303" y="59"/>
                </a:lnTo>
                <a:lnTo>
                  <a:pt x="319" y="53"/>
                </a:lnTo>
                <a:lnTo>
                  <a:pt x="336" y="47"/>
                </a:lnTo>
                <a:lnTo>
                  <a:pt x="373" y="37"/>
                </a:lnTo>
                <a:lnTo>
                  <a:pt x="392" y="32"/>
                </a:lnTo>
                <a:lnTo>
                  <a:pt x="410" y="27"/>
                </a:lnTo>
                <a:lnTo>
                  <a:pt x="430" y="22"/>
                </a:lnTo>
                <a:lnTo>
                  <a:pt x="450" y="18"/>
                </a:lnTo>
                <a:lnTo>
                  <a:pt x="491" y="11"/>
                </a:lnTo>
                <a:lnTo>
                  <a:pt x="513" y="8"/>
                </a:lnTo>
                <a:lnTo>
                  <a:pt x="534" y="6"/>
                </a:lnTo>
                <a:lnTo>
                  <a:pt x="556" y="3"/>
                </a:lnTo>
                <a:lnTo>
                  <a:pt x="579" y="2"/>
                </a:lnTo>
                <a:lnTo>
                  <a:pt x="601" y="1"/>
                </a:lnTo>
                <a:lnTo>
                  <a:pt x="625" y="0"/>
                </a:lnTo>
                <a:lnTo>
                  <a:pt x="649" y="0"/>
                </a:lnTo>
                <a:lnTo>
                  <a:pt x="673" y="0"/>
                </a:lnTo>
                <a:lnTo>
                  <a:pt x="723" y="2"/>
                </a:lnTo>
                <a:lnTo>
                  <a:pt x="748" y="4"/>
                </a:lnTo>
                <a:lnTo>
                  <a:pt x="775" y="7"/>
                </a:lnTo>
                <a:lnTo>
                  <a:pt x="801" y="10"/>
                </a:lnTo>
                <a:lnTo>
                  <a:pt x="828" y="14"/>
                </a:lnTo>
                <a:lnTo>
                  <a:pt x="855" y="19"/>
                </a:lnTo>
                <a:lnTo>
                  <a:pt x="883" y="24"/>
                </a:lnTo>
                <a:lnTo>
                  <a:pt x="912" y="30"/>
                </a:lnTo>
                <a:lnTo>
                  <a:pt x="940" y="37"/>
                </a:lnTo>
                <a:lnTo>
                  <a:pt x="968" y="44"/>
                </a:lnTo>
                <a:lnTo>
                  <a:pt x="996" y="53"/>
                </a:lnTo>
                <a:lnTo>
                  <a:pt x="1022" y="62"/>
                </a:lnTo>
                <a:lnTo>
                  <a:pt x="1049" y="71"/>
                </a:lnTo>
                <a:lnTo>
                  <a:pt x="1075" y="81"/>
                </a:lnTo>
                <a:lnTo>
                  <a:pt x="1099" y="91"/>
                </a:lnTo>
                <a:lnTo>
                  <a:pt x="1123" y="102"/>
                </a:lnTo>
                <a:lnTo>
                  <a:pt x="1147" y="113"/>
                </a:lnTo>
                <a:lnTo>
                  <a:pt x="1170" y="125"/>
                </a:lnTo>
                <a:lnTo>
                  <a:pt x="1192" y="137"/>
                </a:lnTo>
                <a:lnTo>
                  <a:pt x="1213" y="149"/>
                </a:lnTo>
                <a:lnTo>
                  <a:pt x="1234" y="162"/>
                </a:lnTo>
                <a:lnTo>
                  <a:pt x="1254" y="175"/>
                </a:lnTo>
                <a:lnTo>
                  <a:pt x="1274" y="188"/>
                </a:lnTo>
                <a:lnTo>
                  <a:pt x="1292" y="203"/>
                </a:lnTo>
                <a:lnTo>
                  <a:pt x="1311" y="217"/>
                </a:lnTo>
                <a:lnTo>
                  <a:pt x="1329" y="231"/>
                </a:lnTo>
                <a:lnTo>
                  <a:pt x="1346" y="246"/>
                </a:lnTo>
                <a:lnTo>
                  <a:pt x="1363" y="261"/>
                </a:lnTo>
                <a:lnTo>
                  <a:pt x="1378" y="276"/>
                </a:lnTo>
                <a:lnTo>
                  <a:pt x="1394" y="291"/>
                </a:lnTo>
                <a:lnTo>
                  <a:pt x="1408" y="306"/>
                </a:lnTo>
                <a:lnTo>
                  <a:pt x="1423" y="321"/>
                </a:lnTo>
                <a:lnTo>
                  <a:pt x="1437" y="338"/>
                </a:lnTo>
                <a:lnTo>
                  <a:pt x="1451" y="353"/>
                </a:lnTo>
                <a:lnTo>
                  <a:pt x="1463" y="369"/>
                </a:lnTo>
                <a:lnTo>
                  <a:pt x="1475" y="384"/>
                </a:lnTo>
                <a:lnTo>
                  <a:pt x="1487" y="400"/>
                </a:lnTo>
                <a:lnTo>
                  <a:pt x="1509" y="431"/>
                </a:lnTo>
                <a:lnTo>
                  <a:pt x="1519" y="446"/>
                </a:lnTo>
                <a:lnTo>
                  <a:pt x="1529" y="462"/>
                </a:lnTo>
                <a:lnTo>
                  <a:pt x="1547" y="493"/>
                </a:lnTo>
                <a:lnTo>
                  <a:pt x="1565" y="522"/>
                </a:lnTo>
                <a:lnTo>
                  <a:pt x="1580" y="551"/>
                </a:lnTo>
                <a:lnTo>
                  <a:pt x="1587" y="565"/>
                </a:lnTo>
                <a:lnTo>
                  <a:pt x="1593" y="579"/>
                </a:lnTo>
                <a:lnTo>
                  <a:pt x="1599" y="594"/>
                </a:lnTo>
                <a:lnTo>
                  <a:pt x="1605" y="607"/>
                </a:lnTo>
                <a:lnTo>
                  <a:pt x="1615" y="632"/>
                </a:lnTo>
                <a:lnTo>
                  <a:pt x="1624" y="656"/>
                </a:lnTo>
                <a:lnTo>
                  <a:pt x="1632" y="678"/>
                </a:lnTo>
                <a:lnTo>
                  <a:pt x="1644" y="717"/>
                </a:lnTo>
                <a:lnTo>
                  <a:pt x="1652" y="746"/>
                </a:lnTo>
                <a:lnTo>
                  <a:pt x="1657" y="765"/>
                </a:lnTo>
                <a:lnTo>
                  <a:pt x="1658" y="772"/>
                </a:lnTo>
                <a:lnTo>
                  <a:pt x="1754" y="759"/>
                </a:lnTo>
                <a:lnTo>
                  <a:pt x="1573" y="1036"/>
                </a:lnTo>
                <a:lnTo>
                  <a:pt x="1303" y="842"/>
                </a:lnTo>
                <a:lnTo>
                  <a:pt x="1397" y="817"/>
                </a:lnTo>
                <a:lnTo>
                  <a:pt x="1394" y="803"/>
                </a:lnTo>
                <a:lnTo>
                  <a:pt x="1392" y="795"/>
                </a:lnTo>
                <a:lnTo>
                  <a:pt x="1389" y="785"/>
                </a:lnTo>
                <a:lnTo>
                  <a:pt x="1385" y="775"/>
                </a:lnTo>
                <a:lnTo>
                  <a:pt x="1381" y="763"/>
                </a:lnTo>
                <a:lnTo>
                  <a:pt x="1370" y="735"/>
                </a:lnTo>
                <a:lnTo>
                  <a:pt x="1364" y="719"/>
                </a:lnTo>
                <a:lnTo>
                  <a:pt x="1356" y="702"/>
                </a:lnTo>
                <a:lnTo>
                  <a:pt x="1347" y="685"/>
                </a:lnTo>
                <a:lnTo>
                  <a:pt x="1342" y="676"/>
                </a:lnTo>
                <a:lnTo>
                  <a:pt x="1337" y="666"/>
                </a:lnTo>
                <a:lnTo>
                  <a:pt x="1326" y="648"/>
                </a:lnTo>
                <a:lnTo>
                  <a:pt x="1314" y="628"/>
                </a:lnTo>
                <a:lnTo>
                  <a:pt x="1300" y="608"/>
                </a:lnTo>
                <a:lnTo>
                  <a:pt x="1284" y="588"/>
                </a:lnTo>
                <a:lnTo>
                  <a:pt x="1268" y="566"/>
                </a:lnTo>
                <a:lnTo>
                  <a:pt x="1260" y="556"/>
                </a:lnTo>
                <a:lnTo>
                  <a:pt x="1251" y="546"/>
                </a:lnTo>
                <a:lnTo>
                  <a:pt x="1231" y="525"/>
                </a:lnTo>
                <a:lnTo>
                  <a:pt x="1211" y="503"/>
                </a:lnTo>
                <a:lnTo>
                  <a:pt x="1188" y="482"/>
                </a:lnTo>
                <a:lnTo>
                  <a:pt x="1163" y="462"/>
                </a:lnTo>
                <a:lnTo>
                  <a:pt x="1138" y="440"/>
                </a:lnTo>
                <a:lnTo>
                  <a:pt x="1110" y="419"/>
                </a:lnTo>
                <a:lnTo>
                  <a:pt x="1096" y="409"/>
                </a:lnTo>
                <a:lnTo>
                  <a:pt x="1081" y="399"/>
                </a:lnTo>
                <a:lnTo>
                  <a:pt x="1049" y="380"/>
                </a:lnTo>
                <a:lnTo>
                  <a:pt x="1033" y="370"/>
                </a:lnTo>
                <a:lnTo>
                  <a:pt x="1015" y="361"/>
                </a:lnTo>
                <a:lnTo>
                  <a:pt x="980" y="343"/>
                </a:lnTo>
                <a:lnTo>
                  <a:pt x="962" y="334"/>
                </a:lnTo>
                <a:lnTo>
                  <a:pt x="943" y="325"/>
                </a:lnTo>
                <a:lnTo>
                  <a:pt x="923" y="316"/>
                </a:lnTo>
                <a:lnTo>
                  <a:pt x="903" y="307"/>
                </a:lnTo>
                <a:lnTo>
                  <a:pt x="883" y="300"/>
                </a:lnTo>
                <a:lnTo>
                  <a:pt x="864" y="293"/>
                </a:lnTo>
                <a:lnTo>
                  <a:pt x="845" y="287"/>
                </a:lnTo>
                <a:lnTo>
                  <a:pt x="826" y="281"/>
                </a:lnTo>
                <a:lnTo>
                  <a:pt x="807" y="276"/>
                </a:lnTo>
                <a:lnTo>
                  <a:pt x="789" y="272"/>
                </a:lnTo>
                <a:lnTo>
                  <a:pt x="770" y="268"/>
                </a:lnTo>
                <a:lnTo>
                  <a:pt x="751" y="265"/>
                </a:lnTo>
                <a:lnTo>
                  <a:pt x="734" y="262"/>
                </a:lnTo>
                <a:lnTo>
                  <a:pt x="716" y="260"/>
                </a:lnTo>
                <a:lnTo>
                  <a:pt x="699" y="259"/>
                </a:lnTo>
                <a:lnTo>
                  <a:pt x="682" y="257"/>
                </a:lnTo>
                <a:lnTo>
                  <a:pt x="649" y="257"/>
                </a:lnTo>
                <a:lnTo>
                  <a:pt x="631" y="257"/>
                </a:lnTo>
                <a:lnTo>
                  <a:pt x="615" y="258"/>
                </a:lnTo>
                <a:lnTo>
                  <a:pt x="599" y="259"/>
                </a:lnTo>
                <a:lnTo>
                  <a:pt x="584" y="260"/>
                </a:lnTo>
                <a:lnTo>
                  <a:pt x="568" y="262"/>
                </a:lnTo>
                <a:lnTo>
                  <a:pt x="553" y="264"/>
                </a:lnTo>
                <a:lnTo>
                  <a:pt x="539" y="267"/>
                </a:lnTo>
                <a:lnTo>
                  <a:pt x="524" y="270"/>
                </a:lnTo>
                <a:lnTo>
                  <a:pt x="495" y="276"/>
                </a:lnTo>
                <a:lnTo>
                  <a:pt x="481" y="280"/>
                </a:lnTo>
                <a:lnTo>
                  <a:pt x="468" y="284"/>
                </a:lnTo>
                <a:lnTo>
                  <a:pt x="442" y="292"/>
                </a:lnTo>
                <a:lnTo>
                  <a:pt x="417" y="302"/>
                </a:lnTo>
                <a:lnTo>
                  <a:pt x="405" y="306"/>
                </a:lnTo>
                <a:lnTo>
                  <a:pt x="394" y="312"/>
                </a:lnTo>
                <a:lnTo>
                  <a:pt x="372" y="322"/>
                </a:lnTo>
                <a:lnTo>
                  <a:pt x="349" y="334"/>
                </a:lnTo>
                <a:lnTo>
                  <a:pt x="330" y="345"/>
                </a:lnTo>
                <a:lnTo>
                  <a:pt x="311" y="356"/>
                </a:lnTo>
                <a:lnTo>
                  <a:pt x="294" y="367"/>
                </a:lnTo>
                <a:lnTo>
                  <a:pt x="278" y="378"/>
                </a:lnTo>
                <a:lnTo>
                  <a:pt x="264" y="388"/>
                </a:lnTo>
                <a:lnTo>
                  <a:pt x="251" y="398"/>
                </a:lnTo>
                <a:lnTo>
                  <a:pt x="228" y="416"/>
                </a:lnTo>
                <a:lnTo>
                  <a:pt x="212" y="430"/>
                </a:lnTo>
                <a:lnTo>
                  <a:pt x="203" y="439"/>
                </a:lnTo>
                <a:lnTo>
                  <a:pt x="199" y="442"/>
                </a:lnTo>
                <a:close/>
              </a:path>
            </a:pathLst>
          </a:custGeom>
          <a:gradFill rotWithShape="1">
            <a:gsLst>
              <a:gs pos="0">
                <a:srgbClr val="FF53CA">
                  <a:gamma/>
                  <a:shade val="46275"/>
                  <a:invGamma/>
                </a:srgbClr>
              </a:gs>
              <a:gs pos="100000">
                <a:srgbClr val="FF53CA"/>
              </a:gs>
            </a:gsLst>
            <a:lin ang="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53CA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5822951" y="2225677"/>
            <a:ext cx="954088" cy="555625"/>
            <a:chOff x="2815" y="1149"/>
            <a:chExt cx="616" cy="362"/>
          </a:xfrm>
        </p:grpSpPr>
        <p:sp>
          <p:nvSpPr>
            <p:cNvPr id="10" name="Freeform 8"/>
            <p:cNvSpPr>
              <a:spLocks/>
            </p:cNvSpPr>
            <p:nvPr/>
          </p:nvSpPr>
          <p:spPr bwMode="black">
            <a:xfrm>
              <a:off x="3120" y="1149"/>
              <a:ext cx="2" cy="8"/>
            </a:xfrm>
            <a:custGeom>
              <a:avLst/>
              <a:gdLst>
                <a:gd name="T0" fmla="*/ 2 w 2"/>
                <a:gd name="T1" fmla="*/ 0 h 8"/>
                <a:gd name="T2" fmla="*/ 0 w 2"/>
                <a:gd name="T3" fmla="*/ 8 h 8"/>
                <a:gd name="T4" fmla="*/ 2 w 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2" y="0"/>
                  </a:moveTo>
                  <a:lnTo>
                    <a:pt x="0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black">
            <a:xfrm>
              <a:off x="3082" y="1420"/>
              <a:ext cx="4" cy="7"/>
            </a:xfrm>
            <a:custGeom>
              <a:avLst/>
              <a:gdLst>
                <a:gd name="T0" fmla="*/ 4 w 4"/>
                <a:gd name="T1" fmla="*/ 0 h 7"/>
                <a:gd name="T2" fmla="*/ 3 w 4"/>
                <a:gd name="T3" fmla="*/ 0 h 7"/>
                <a:gd name="T4" fmla="*/ 0 w 4"/>
                <a:gd name="T5" fmla="*/ 7 h 7"/>
                <a:gd name="T6" fmla="*/ 4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3" y="0"/>
                  </a:lnTo>
                  <a:lnTo>
                    <a:pt x="0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2815" y="1189"/>
              <a:ext cx="84" cy="96"/>
            </a:xfrm>
            <a:custGeom>
              <a:avLst/>
              <a:gdLst>
                <a:gd name="T0" fmla="*/ 0 w 84"/>
                <a:gd name="T1" fmla="*/ 96 h 96"/>
                <a:gd name="T2" fmla="*/ 13 w 84"/>
                <a:gd name="T3" fmla="*/ 96 h 96"/>
                <a:gd name="T4" fmla="*/ 15 w 84"/>
                <a:gd name="T5" fmla="*/ 54 h 96"/>
                <a:gd name="T6" fmla="*/ 45 w 84"/>
                <a:gd name="T7" fmla="*/ 56 h 96"/>
                <a:gd name="T8" fmla="*/ 54 w 84"/>
                <a:gd name="T9" fmla="*/ 56 h 96"/>
                <a:gd name="T10" fmla="*/ 62 w 84"/>
                <a:gd name="T11" fmla="*/ 55 h 96"/>
                <a:gd name="T12" fmla="*/ 65 w 84"/>
                <a:gd name="T13" fmla="*/ 55 h 96"/>
                <a:gd name="T14" fmla="*/ 68 w 84"/>
                <a:gd name="T15" fmla="*/ 54 h 96"/>
                <a:gd name="T16" fmla="*/ 73 w 84"/>
                <a:gd name="T17" fmla="*/ 52 h 96"/>
                <a:gd name="T18" fmla="*/ 76 w 84"/>
                <a:gd name="T19" fmla="*/ 50 h 96"/>
                <a:gd name="T20" fmla="*/ 78 w 84"/>
                <a:gd name="T21" fmla="*/ 48 h 96"/>
                <a:gd name="T22" fmla="*/ 79 w 84"/>
                <a:gd name="T23" fmla="*/ 46 h 96"/>
                <a:gd name="T24" fmla="*/ 81 w 84"/>
                <a:gd name="T25" fmla="*/ 43 h 96"/>
                <a:gd name="T26" fmla="*/ 83 w 84"/>
                <a:gd name="T27" fmla="*/ 38 h 96"/>
                <a:gd name="T28" fmla="*/ 84 w 84"/>
                <a:gd name="T29" fmla="*/ 30 h 96"/>
                <a:gd name="T30" fmla="*/ 84 w 84"/>
                <a:gd name="T31" fmla="*/ 27 h 96"/>
                <a:gd name="T32" fmla="*/ 83 w 84"/>
                <a:gd name="T33" fmla="*/ 23 h 96"/>
                <a:gd name="T34" fmla="*/ 82 w 84"/>
                <a:gd name="T35" fmla="*/ 20 h 96"/>
                <a:gd name="T36" fmla="*/ 81 w 84"/>
                <a:gd name="T37" fmla="*/ 17 h 96"/>
                <a:gd name="T38" fmla="*/ 80 w 84"/>
                <a:gd name="T39" fmla="*/ 15 h 96"/>
                <a:gd name="T40" fmla="*/ 78 w 84"/>
                <a:gd name="T41" fmla="*/ 12 h 96"/>
                <a:gd name="T42" fmla="*/ 76 w 84"/>
                <a:gd name="T43" fmla="*/ 10 h 96"/>
                <a:gd name="T44" fmla="*/ 74 w 84"/>
                <a:gd name="T45" fmla="*/ 8 h 96"/>
                <a:gd name="T46" fmla="*/ 69 w 84"/>
                <a:gd name="T47" fmla="*/ 5 h 96"/>
                <a:gd name="T48" fmla="*/ 63 w 84"/>
                <a:gd name="T49" fmla="*/ 4 h 96"/>
                <a:gd name="T50" fmla="*/ 55 w 84"/>
                <a:gd name="T51" fmla="*/ 3 h 96"/>
                <a:gd name="T52" fmla="*/ 47 w 84"/>
                <a:gd name="T53" fmla="*/ 2 h 96"/>
                <a:gd name="T54" fmla="*/ 5 w 84"/>
                <a:gd name="T55" fmla="*/ 0 h 96"/>
                <a:gd name="T56" fmla="*/ 0 w 84"/>
                <a:gd name="T57" fmla="*/ 96 h 96"/>
                <a:gd name="T58" fmla="*/ 15 w 84"/>
                <a:gd name="T59" fmla="*/ 43 h 96"/>
                <a:gd name="T60" fmla="*/ 17 w 84"/>
                <a:gd name="T61" fmla="*/ 12 h 96"/>
                <a:gd name="T62" fmla="*/ 46 w 84"/>
                <a:gd name="T63" fmla="*/ 13 h 96"/>
                <a:gd name="T64" fmla="*/ 57 w 84"/>
                <a:gd name="T65" fmla="*/ 14 h 96"/>
                <a:gd name="T66" fmla="*/ 61 w 84"/>
                <a:gd name="T67" fmla="*/ 15 h 96"/>
                <a:gd name="T68" fmla="*/ 65 w 84"/>
                <a:gd name="T69" fmla="*/ 17 h 96"/>
                <a:gd name="T70" fmla="*/ 67 w 84"/>
                <a:gd name="T71" fmla="*/ 19 h 96"/>
                <a:gd name="T72" fmla="*/ 69 w 84"/>
                <a:gd name="T73" fmla="*/ 22 h 96"/>
                <a:gd name="T74" fmla="*/ 70 w 84"/>
                <a:gd name="T75" fmla="*/ 26 h 96"/>
                <a:gd name="T76" fmla="*/ 70 w 84"/>
                <a:gd name="T77" fmla="*/ 30 h 96"/>
                <a:gd name="T78" fmla="*/ 70 w 84"/>
                <a:gd name="T79" fmla="*/ 33 h 96"/>
                <a:gd name="T80" fmla="*/ 69 w 84"/>
                <a:gd name="T81" fmla="*/ 35 h 96"/>
                <a:gd name="T82" fmla="*/ 68 w 84"/>
                <a:gd name="T83" fmla="*/ 39 h 96"/>
                <a:gd name="T84" fmla="*/ 66 w 84"/>
                <a:gd name="T85" fmla="*/ 41 h 96"/>
                <a:gd name="T86" fmla="*/ 63 w 84"/>
                <a:gd name="T87" fmla="*/ 43 h 96"/>
                <a:gd name="T88" fmla="*/ 60 w 84"/>
                <a:gd name="T89" fmla="*/ 44 h 96"/>
                <a:gd name="T90" fmla="*/ 55 w 84"/>
                <a:gd name="T91" fmla="*/ 45 h 96"/>
                <a:gd name="T92" fmla="*/ 50 w 84"/>
                <a:gd name="T93" fmla="*/ 45 h 96"/>
                <a:gd name="T94" fmla="*/ 44 w 84"/>
                <a:gd name="T95" fmla="*/ 45 h 96"/>
                <a:gd name="T96" fmla="*/ 15 w 84"/>
                <a:gd name="T97" fmla="*/ 4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4" h="96">
                  <a:moveTo>
                    <a:pt x="0" y="96"/>
                  </a:moveTo>
                  <a:lnTo>
                    <a:pt x="13" y="96"/>
                  </a:lnTo>
                  <a:lnTo>
                    <a:pt x="15" y="54"/>
                  </a:lnTo>
                  <a:lnTo>
                    <a:pt x="45" y="56"/>
                  </a:lnTo>
                  <a:lnTo>
                    <a:pt x="54" y="56"/>
                  </a:lnTo>
                  <a:lnTo>
                    <a:pt x="62" y="55"/>
                  </a:lnTo>
                  <a:lnTo>
                    <a:pt x="65" y="55"/>
                  </a:lnTo>
                  <a:lnTo>
                    <a:pt x="68" y="54"/>
                  </a:lnTo>
                  <a:lnTo>
                    <a:pt x="73" y="52"/>
                  </a:lnTo>
                  <a:lnTo>
                    <a:pt x="76" y="50"/>
                  </a:lnTo>
                  <a:lnTo>
                    <a:pt x="78" y="48"/>
                  </a:lnTo>
                  <a:lnTo>
                    <a:pt x="79" y="46"/>
                  </a:lnTo>
                  <a:lnTo>
                    <a:pt x="81" y="43"/>
                  </a:lnTo>
                  <a:lnTo>
                    <a:pt x="83" y="38"/>
                  </a:lnTo>
                  <a:lnTo>
                    <a:pt x="84" y="30"/>
                  </a:lnTo>
                  <a:lnTo>
                    <a:pt x="84" y="27"/>
                  </a:lnTo>
                  <a:lnTo>
                    <a:pt x="83" y="23"/>
                  </a:lnTo>
                  <a:lnTo>
                    <a:pt x="82" y="20"/>
                  </a:lnTo>
                  <a:lnTo>
                    <a:pt x="81" y="17"/>
                  </a:lnTo>
                  <a:lnTo>
                    <a:pt x="80" y="15"/>
                  </a:lnTo>
                  <a:lnTo>
                    <a:pt x="78" y="12"/>
                  </a:lnTo>
                  <a:lnTo>
                    <a:pt x="76" y="10"/>
                  </a:lnTo>
                  <a:lnTo>
                    <a:pt x="74" y="8"/>
                  </a:lnTo>
                  <a:lnTo>
                    <a:pt x="69" y="5"/>
                  </a:lnTo>
                  <a:lnTo>
                    <a:pt x="63" y="4"/>
                  </a:lnTo>
                  <a:lnTo>
                    <a:pt x="55" y="3"/>
                  </a:lnTo>
                  <a:lnTo>
                    <a:pt x="47" y="2"/>
                  </a:lnTo>
                  <a:lnTo>
                    <a:pt x="5" y="0"/>
                  </a:lnTo>
                  <a:lnTo>
                    <a:pt x="0" y="96"/>
                  </a:lnTo>
                  <a:close/>
                  <a:moveTo>
                    <a:pt x="15" y="43"/>
                  </a:moveTo>
                  <a:lnTo>
                    <a:pt x="17" y="12"/>
                  </a:lnTo>
                  <a:lnTo>
                    <a:pt x="46" y="13"/>
                  </a:lnTo>
                  <a:lnTo>
                    <a:pt x="57" y="14"/>
                  </a:lnTo>
                  <a:lnTo>
                    <a:pt x="61" y="15"/>
                  </a:lnTo>
                  <a:lnTo>
                    <a:pt x="65" y="17"/>
                  </a:lnTo>
                  <a:lnTo>
                    <a:pt x="67" y="19"/>
                  </a:lnTo>
                  <a:lnTo>
                    <a:pt x="69" y="22"/>
                  </a:lnTo>
                  <a:lnTo>
                    <a:pt x="70" y="26"/>
                  </a:lnTo>
                  <a:lnTo>
                    <a:pt x="70" y="30"/>
                  </a:lnTo>
                  <a:lnTo>
                    <a:pt x="70" y="33"/>
                  </a:lnTo>
                  <a:lnTo>
                    <a:pt x="69" y="35"/>
                  </a:lnTo>
                  <a:lnTo>
                    <a:pt x="68" y="39"/>
                  </a:lnTo>
                  <a:lnTo>
                    <a:pt x="66" y="41"/>
                  </a:lnTo>
                  <a:lnTo>
                    <a:pt x="63" y="43"/>
                  </a:lnTo>
                  <a:lnTo>
                    <a:pt x="60" y="44"/>
                  </a:lnTo>
                  <a:lnTo>
                    <a:pt x="55" y="45"/>
                  </a:lnTo>
                  <a:lnTo>
                    <a:pt x="50" y="45"/>
                  </a:lnTo>
                  <a:lnTo>
                    <a:pt x="44" y="45"/>
                  </a:lnTo>
                  <a:lnTo>
                    <a:pt x="15" y="4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2909" y="1194"/>
              <a:ext cx="18" cy="96"/>
            </a:xfrm>
            <a:custGeom>
              <a:avLst/>
              <a:gdLst>
                <a:gd name="T0" fmla="*/ 0 w 18"/>
                <a:gd name="T1" fmla="*/ 95 h 96"/>
                <a:gd name="T2" fmla="*/ 13 w 18"/>
                <a:gd name="T3" fmla="*/ 96 h 96"/>
                <a:gd name="T4" fmla="*/ 18 w 18"/>
                <a:gd name="T5" fmla="*/ 0 h 96"/>
                <a:gd name="T6" fmla="*/ 5 w 18"/>
                <a:gd name="T7" fmla="*/ 0 h 96"/>
                <a:gd name="T8" fmla="*/ 0 w 18"/>
                <a:gd name="T9" fmla="*/ 9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96">
                  <a:moveTo>
                    <a:pt x="0" y="95"/>
                  </a:moveTo>
                  <a:lnTo>
                    <a:pt x="13" y="96"/>
                  </a:lnTo>
                  <a:lnTo>
                    <a:pt x="18" y="0"/>
                  </a:lnTo>
                  <a:lnTo>
                    <a:pt x="5" y="0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black">
            <a:xfrm>
              <a:off x="2945" y="1231"/>
              <a:ext cx="73" cy="73"/>
            </a:xfrm>
            <a:custGeom>
              <a:avLst/>
              <a:gdLst>
                <a:gd name="T0" fmla="*/ 67 w 73"/>
                <a:gd name="T1" fmla="*/ 73 h 73"/>
                <a:gd name="T2" fmla="*/ 72 w 73"/>
                <a:gd name="T3" fmla="*/ 32 h 73"/>
                <a:gd name="T4" fmla="*/ 73 w 73"/>
                <a:gd name="T5" fmla="*/ 23 h 73"/>
                <a:gd name="T6" fmla="*/ 70 w 73"/>
                <a:gd name="T7" fmla="*/ 15 h 73"/>
                <a:gd name="T8" fmla="*/ 64 w 73"/>
                <a:gd name="T9" fmla="*/ 7 h 73"/>
                <a:gd name="T10" fmla="*/ 56 w 73"/>
                <a:gd name="T11" fmla="*/ 3 h 73"/>
                <a:gd name="T12" fmla="*/ 49 w 73"/>
                <a:gd name="T13" fmla="*/ 1 h 73"/>
                <a:gd name="T14" fmla="*/ 39 w 73"/>
                <a:gd name="T15" fmla="*/ 0 h 73"/>
                <a:gd name="T16" fmla="*/ 27 w 73"/>
                <a:gd name="T17" fmla="*/ 1 h 73"/>
                <a:gd name="T18" fmla="*/ 18 w 73"/>
                <a:gd name="T19" fmla="*/ 5 h 73"/>
                <a:gd name="T20" fmla="*/ 15 w 73"/>
                <a:gd name="T21" fmla="*/ 8 h 73"/>
                <a:gd name="T22" fmla="*/ 13 w 73"/>
                <a:gd name="T23" fmla="*/ 11 h 73"/>
                <a:gd name="T24" fmla="*/ 11 w 73"/>
                <a:gd name="T25" fmla="*/ 15 h 73"/>
                <a:gd name="T26" fmla="*/ 25 w 73"/>
                <a:gd name="T27" fmla="*/ 15 h 73"/>
                <a:gd name="T28" fmla="*/ 29 w 73"/>
                <a:gd name="T29" fmla="*/ 11 h 73"/>
                <a:gd name="T30" fmla="*/ 33 w 73"/>
                <a:gd name="T31" fmla="*/ 9 h 73"/>
                <a:gd name="T32" fmla="*/ 40 w 73"/>
                <a:gd name="T33" fmla="*/ 9 h 73"/>
                <a:gd name="T34" fmla="*/ 48 w 73"/>
                <a:gd name="T35" fmla="*/ 10 h 73"/>
                <a:gd name="T36" fmla="*/ 55 w 73"/>
                <a:gd name="T37" fmla="*/ 14 h 73"/>
                <a:gd name="T38" fmla="*/ 59 w 73"/>
                <a:gd name="T39" fmla="*/ 19 h 73"/>
                <a:gd name="T40" fmla="*/ 60 w 73"/>
                <a:gd name="T41" fmla="*/ 25 h 73"/>
                <a:gd name="T42" fmla="*/ 45 w 73"/>
                <a:gd name="T43" fmla="*/ 27 h 73"/>
                <a:gd name="T44" fmla="*/ 27 w 73"/>
                <a:gd name="T45" fmla="*/ 25 h 73"/>
                <a:gd name="T46" fmla="*/ 14 w 73"/>
                <a:gd name="T47" fmla="*/ 27 h 73"/>
                <a:gd name="T48" fmla="*/ 9 w 73"/>
                <a:gd name="T49" fmla="*/ 30 h 73"/>
                <a:gd name="T50" fmla="*/ 6 w 73"/>
                <a:gd name="T51" fmla="*/ 33 h 73"/>
                <a:gd name="T52" fmla="*/ 3 w 73"/>
                <a:gd name="T53" fmla="*/ 37 h 73"/>
                <a:gd name="T54" fmla="*/ 2 w 73"/>
                <a:gd name="T55" fmla="*/ 43 h 73"/>
                <a:gd name="T56" fmla="*/ 2 w 73"/>
                <a:gd name="T57" fmla="*/ 49 h 73"/>
                <a:gd name="T58" fmla="*/ 4 w 73"/>
                <a:gd name="T59" fmla="*/ 56 h 73"/>
                <a:gd name="T60" fmla="*/ 8 w 73"/>
                <a:gd name="T61" fmla="*/ 61 h 73"/>
                <a:gd name="T62" fmla="*/ 15 w 73"/>
                <a:gd name="T63" fmla="*/ 65 h 73"/>
                <a:gd name="T64" fmla="*/ 27 w 73"/>
                <a:gd name="T65" fmla="*/ 68 h 73"/>
                <a:gd name="T66" fmla="*/ 35 w 73"/>
                <a:gd name="T67" fmla="*/ 69 h 73"/>
                <a:gd name="T68" fmla="*/ 42 w 73"/>
                <a:gd name="T69" fmla="*/ 68 h 73"/>
                <a:gd name="T70" fmla="*/ 49 w 73"/>
                <a:gd name="T71" fmla="*/ 65 h 73"/>
                <a:gd name="T72" fmla="*/ 56 w 73"/>
                <a:gd name="T73" fmla="*/ 61 h 73"/>
                <a:gd name="T74" fmla="*/ 58 w 73"/>
                <a:gd name="T75" fmla="*/ 38 h 73"/>
                <a:gd name="T76" fmla="*/ 57 w 73"/>
                <a:gd name="T77" fmla="*/ 46 h 73"/>
                <a:gd name="T78" fmla="*/ 52 w 73"/>
                <a:gd name="T79" fmla="*/ 54 h 73"/>
                <a:gd name="T80" fmla="*/ 45 w 73"/>
                <a:gd name="T81" fmla="*/ 59 h 73"/>
                <a:gd name="T82" fmla="*/ 35 w 73"/>
                <a:gd name="T83" fmla="*/ 60 h 73"/>
                <a:gd name="T84" fmla="*/ 23 w 73"/>
                <a:gd name="T85" fmla="*/ 58 h 73"/>
                <a:gd name="T86" fmla="*/ 18 w 73"/>
                <a:gd name="T87" fmla="*/ 54 h 73"/>
                <a:gd name="T88" fmla="*/ 15 w 73"/>
                <a:gd name="T89" fmla="*/ 50 h 73"/>
                <a:gd name="T90" fmla="*/ 14 w 73"/>
                <a:gd name="T91" fmla="*/ 44 h 73"/>
                <a:gd name="T92" fmla="*/ 17 w 73"/>
                <a:gd name="T93" fmla="*/ 38 h 73"/>
                <a:gd name="T94" fmla="*/ 23 w 73"/>
                <a:gd name="T95" fmla="*/ 35 h 73"/>
                <a:gd name="T96" fmla="*/ 31 w 73"/>
                <a:gd name="T97" fmla="*/ 34 h 73"/>
                <a:gd name="T98" fmla="*/ 58 w 73"/>
                <a:gd name="T99" fmla="*/ 3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3" h="73">
                  <a:moveTo>
                    <a:pt x="55" y="71"/>
                  </a:moveTo>
                  <a:lnTo>
                    <a:pt x="67" y="73"/>
                  </a:lnTo>
                  <a:lnTo>
                    <a:pt x="68" y="58"/>
                  </a:lnTo>
                  <a:lnTo>
                    <a:pt x="72" y="32"/>
                  </a:lnTo>
                  <a:lnTo>
                    <a:pt x="73" y="26"/>
                  </a:lnTo>
                  <a:lnTo>
                    <a:pt x="73" y="23"/>
                  </a:lnTo>
                  <a:lnTo>
                    <a:pt x="72" y="20"/>
                  </a:lnTo>
                  <a:lnTo>
                    <a:pt x="70" y="15"/>
                  </a:lnTo>
                  <a:lnTo>
                    <a:pt x="68" y="11"/>
                  </a:lnTo>
                  <a:lnTo>
                    <a:pt x="64" y="7"/>
                  </a:lnTo>
                  <a:lnTo>
                    <a:pt x="59" y="4"/>
                  </a:lnTo>
                  <a:lnTo>
                    <a:pt x="56" y="3"/>
                  </a:lnTo>
                  <a:lnTo>
                    <a:pt x="53" y="2"/>
                  </a:lnTo>
                  <a:lnTo>
                    <a:pt x="49" y="1"/>
                  </a:lnTo>
                  <a:lnTo>
                    <a:pt x="46" y="1"/>
                  </a:lnTo>
                  <a:lnTo>
                    <a:pt x="39" y="0"/>
                  </a:lnTo>
                  <a:lnTo>
                    <a:pt x="33" y="0"/>
                  </a:lnTo>
                  <a:lnTo>
                    <a:pt x="27" y="1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7" y="6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1" y="15"/>
                  </a:lnTo>
                  <a:lnTo>
                    <a:pt x="25" y="18"/>
                  </a:lnTo>
                  <a:lnTo>
                    <a:pt x="25" y="15"/>
                  </a:lnTo>
                  <a:lnTo>
                    <a:pt x="27" y="13"/>
                  </a:lnTo>
                  <a:lnTo>
                    <a:pt x="29" y="11"/>
                  </a:lnTo>
                  <a:lnTo>
                    <a:pt x="31" y="10"/>
                  </a:lnTo>
                  <a:lnTo>
                    <a:pt x="33" y="9"/>
                  </a:lnTo>
                  <a:lnTo>
                    <a:pt x="36" y="9"/>
                  </a:lnTo>
                  <a:lnTo>
                    <a:pt x="40" y="9"/>
                  </a:lnTo>
                  <a:lnTo>
                    <a:pt x="44" y="9"/>
                  </a:lnTo>
                  <a:lnTo>
                    <a:pt x="48" y="10"/>
                  </a:lnTo>
                  <a:lnTo>
                    <a:pt x="52" y="12"/>
                  </a:lnTo>
                  <a:lnTo>
                    <a:pt x="55" y="14"/>
                  </a:lnTo>
                  <a:lnTo>
                    <a:pt x="57" y="16"/>
                  </a:lnTo>
                  <a:lnTo>
                    <a:pt x="59" y="19"/>
                  </a:lnTo>
                  <a:lnTo>
                    <a:pt x="60" y="22"/>
                  </a:lnTo>
                  <a:lnTo>
                    <a:pt x="60" y="25"/>
                  </a:lnTo>
                  <a:lnTo>
                    <a:pt x="60" y="29"/>
                  </a:lnTo>
                  <a:lnTo>
                    <a:pt x="45" y="27"/>
                  </a:lnTo>
                  <a:lnTo>
                    <a:pt x="36" y="26"/>
                  </a:lnTo>
                  <a:lnTo>
                    <a:pt x="27" y="25"/>
                  </a:lnTo>
                  <a:lnTo>
                    <a:pt x="20" y="26"/>
                  </a:lnTo>
                  <a:lnTo>
                    <a:pt x="14" y="27"/>
                  </a:lnTo>
                  <a:lnTo>
                    <a:pt x="12" y="28"/>
                  </a:lnTo>
                  <a:lnTo>
                    <a:pt x="9" y="30"/>
                  </a:lnTo>
                  <a:lnTo>
                    <a:pt x="7" y="31"/>
                  </a:lnTo>
                  <a:lnTo>
                    <a:pt x="6" y="33"/>
                  </a:lnTo>
                  <a:lnTo>
                    <a:pt x="4" y="35"/>
                  </a:lnTo>
                  <a:lnTo>
                    <a:pt x="3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0" y="47"/>
                  </a:lnTo>
                  <a:lnTo>
                    <a:pt x="2" y="49"/>
                  </a:lnTo>
                  <a:lnTo>
                    <a:pt x="2" y="52"/>
                  </a:lnTo>
                  <a:lnTo>
                    <a:pt x="4" y="56"/>
                  </a:lnTo>
                  <a:lnTo>
                    <a:pt x="7" y="59"/>
                  </a:lnTo>
                  <a:lnTo>
                    <a:pt x="8" y="61"/>
                  </a:lnTo>
                  <a:lnTo>
                    <a:pt x="10" y="62"/>
                  </a:lnTo>
                  <a:lnTo>
                    <a:pt x="15" y="65"/>
                  </a:lnTo>
                  <a:lnTo>
                    <a:pt x="20" y="67"/>
                  </a:lnTo>
                  <a:lnTo>
                    <a:pt x="27" y="68"/>
                  </a:lnTo>
                  <a:lnTo>
                    <a:pt x="31" y="69"/>
                  </a:lnTo>
                  <a:lnTo>
                    <a:pt x="35" y="69"/>
                  </a:lnTo>
                  <a:lnTo>
                    <a:pt x="38" y="69"/>
                  </a:lnTo>
                  <a:lnTo>
                    <a:pt x="42" y="68"/>
                  </a:lnTo>
                  <a:lnTo>
                    <a:pt x="46" y="67"/>
                  </a:lnTo>
                  <a:lnTo>
                    <a:pt x="49" y="65"/>
                  </a:lnTo>
                  <a:lnTo>
                    <a:pt x="52" y="63"/>
                  </a:lnTo>
                  <a:lnTo>
                    <a:pt x="56" y="61"/>
                  </a:lnTo>
                  <a:lnTo>
                    <a:pt x="55" y="71"/>
                  </a:lnTo>
                  <a:close/>
                  <a:moveTo>
                    <a:pt x="58" y="38"/>
                  </a:moveTo>
                  <a:lnTo>
                    <a:pt x="58" y="41"/>
                  </a:lnTo>
                  <a:lnTo>
                    <a:pt x="57" y="46"/>
                  </a:lnTo>
                  <a:lnTo>
                    <a:pt x="55" y="50"/>
                  </a:lnTo>
                  <a:lnTo>
                    <a:pt x="52" y="54"/>
                  </a:lnTo>
                  <a:lnTo>
                    <a:pt x="49" y="57"/>
                  </a:lnTo>
                  <a:lnTo>
                    <a:pt x="45" y="59"/>
                  </a:lnTo>
                  <a:lnTo>
                    <a:pt x="40" y="60"/>
                  </a:lnTo>
                  <a:lnTo>
                    <a:pt x="35" y="60"/>
                  </a:lnTo>
                  <a:lnTo>
                    <a:pt x="30" y="60"/>
                  </a:lnTo>
                  <a:lnTo>
                    <a:pt x="23" y="58"/>
                  </a:lnTo>
                  <a:lnTo>
                    <a:pt x="20" y="56"/>
                  </a:lnTo>
                  <a:lnTo>
                    <a:pt x="18" y="54"/>
                  </a:lnTo>
                  <a:lnTo>
                    <a:pt x="16" y="52"/>
                  </a:lnTo>
                  <a:lnTo>
                    <a:pt x="15" y="50"/>
                  </a:lnTo>
                  <a:lnTo>
                    <a:pt x="14" y="47"/>
                  </a:lnTo>
                  <a:lnTo>
                    <a:pt x="14" y="44"/>
                  </a:lnTo>
                  <a:lnTo>
                    <a:pt x="15" y="41"/>
                  </a:lnTo>
                  <a:lnTo>
                    <a:pt x="17" y="38"/>
                  </a:lnTo>
                  <a:lnTo>
                    <a:pt x="20" y="36"/>
                  </a:lnTo>
                  <a:lnTo>
                    <a:pt x="23" y="35"/>
                  </a:lnTo>
                  <a:lnTo>
                    <a:pt x="27" y="34"/>
                  </a:lnTo>
                  <a:lnTo>
                    <a:pt x="31" y="34"/>
                  </a:lnTo>
                  <a:lnTo>
                    <a:pt x="43" y="36"/>
                  </a:lnTo>
                  <a:lnTo>
                    <a:pt x="58" y="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black">
            <a:xfrm>
              <a:off x="3035" y="1246"/>
              <a:ext cx="81" cy="83"/>
            </a:xfrm>
            <a:custGeom>
              <a:avLst/>
              <a:gdLst>
                <a:gd name="T0" fmla="*/ 0 w 81"/>
                <a:gd name="T1" fmla="*/ 66 h 83"/>
                <a:gd name="T2" fmla="*/ 12 w 81"/>
                <a:gd name="T3" fmla="*/ 69 h 83"/>
                <a:gd name="T4" fmla="*/ 21 w 81"/>
                <a:gd name="T5" fmla="*/ 32 h 83"/>
                <a:gd name="T6" fmla="*/ 23 w 81"/>
                <a:gd name="T7" fmla="*/ 28 h 83"/>
                <a:gd name="T8" fmla="*/ 25 w 81"/>
                <a:gd name="T9" fmla="*/ 24 h 83"/>
                <a:gd name="T10" fmla="*/ 28 w 81"/>
                <a:gd name="T11" fmla="*/ 20 h 83"/>
                <a:gd name="T12" fmla="*/ 32 w 81"/>
                <a:gd name="T13" fmla="*/ 18 h 83"/>
                <a:gd name="T14" fmla="*/ 36 w 81"/>
                <a:gd name="T15" fmla="*/ 16 h 83"/>
                <a:gd name="T16" fmla="*/ 41 w 81"/>
                <a:gd name="T17" fmla="*/ 16 h 83"/>
                <a:gd name="T18" fmla="*/ 47 w 81"/>
                <a:gd name="T19" fmla="*/ 16 h 83"/>
                <a:gd name="T20" fmla="*/ 52 w 81"/>
                <a:gd name="T21" fmla="*/ 17 h 83"/>
                <a:gd name="T22" fmla="*/ 57 w 81"/>
                <a:gd name="T23" fmla="*/ 18 h 83"/>
                <a:gd name="T24" fmla="*/ 61 w 81"/>
                <a:gd name="T25" fmla="*/ 20 h 83"/>
                <a:gd name="T26" fmla="*/ 64 w 81"/>
                <a:gd name="T27" fmla="*/ 22 h 83"/>
                <a:gd name="T28" fmla="*/ 66 w 81"/>
                <a:gd name="T29" fmla="*/ 25 h 83"/>
                <a:gd name="T30" fmla="*/ 67 w 81"/>
                <a:gd name="T31" fmla="*/ 29 h 83"/>
                <a:gd name="T32" fmla="*/ 68 w 81"/>
                <a:gd name="T33" fmla="*/ 33 h 83"/>
                <a:gd name="T34" fmla="*/ 67 w 81"/>
                <a:gd name="T35" fmla="*/ 37 h 83"/>
                <a:gd name="T36" fmla="*/ 66 w 81"/>
                <a:gd name="T37" fmla="*/ 43 h 83"/>
                <a:gd name="T38" fmla="*/ 57 w 81"/>
                <a:gd name="T39" fmla="*/ 80 h 83"/>
                <a:gd name="T40" fmla="*/ 70 w 81"/>
                <a:gd name="T41" fmla="*/ 83 h 83"/>
                <a:gd name="T42" fmla="*/ 79 w 81"/>
                <a:gd name="T43" fmla="*/ 44 h 83"/>
                <a:gd name="T44" fmla="*/ 81 w 81"/>
                <a:gd name="T45" fmla="*/ 37 h 83"/>
                <a:gd name="T46" fmla="*/ 81 w 81"/>
                <a:gd name="T47" fmla="*/ 31 h 83"/>
                <a:gd name="T48" fmla="*/ 80 w 81"/>
                <a:gd name="T49" fmla="*/ 26 h 83"/>
                <a:gd name="T50" fmla="*/ 79 w 81"/>
                <a:gd name="T51" fmla="*/ 23 h 83"/>
                <a:gd name="T52" fmla="*/ 77 w 81"/>
                <a:gd name="T53" fmla="*/ 21 h 83"/>
                <a:gd name="T54" fmla="*/ 74 w 81"/>
                <a:gd name="T55" fmla="*/ 17 h 83"/>
                <a:gd name="T56" fmla="*/ 72 w 81"/>
                <a:gd name="T57" fmla="*/ 15 h 83"/>
                <a:gd name="T58" fmla="*/ 70 w 81"/>
                <a:gd name="T59" fmla="*/ 14 h 83"/>
                <a:gd name="T60" fmla="*/ 64 w 81"/>
                <a:gd name="T61" fmla="*/ 11 h 83"/>
                <a:gd name="T62" fmla="*/ 57 w 81"/>
                <a:gd name="T63" fmla="*/ 9 h 83"/>
                <a:gd name="T64" fmla="*/ 48 w 81"/>
                <a:gd name="T65" fmla="*/ 7 h 83"/>
                <a:gd name="T66" fmla="*/ 43 w 81"/>
                <a:gd name="T67" fmla="*/ 7 h 83"/>
                <a:gd name="T68" fmla="*/ 39 w 81"/>
                <a:gd name="T69" fmla="*/ 7 h 83"/>
                <a:gd name="T70" fmla="*/ 35 w 81"/>
                <a:gd name="T71" fmla="*/ 8 h 83"/>
                <a:gd name="T72" fmla="*/ 34 w 81"/>
                <a:gd name="T73" fmla="*/ 9 h 83"/>
                <a:gd name="T74" fmla="*/ 32 w 81"/>
                <a:gd name="T75" fmla="*/ 10 h 83"/>
                <a:gd name="T76" fmla="*/ 28 w 81"/>
                <a:gd name="T77" fmla="*/ 12 h 83"/>
                <a:gd name="T78" fmla="*/ 25 w 81"/>
                <a:gd name="T79" fmla="*/ 14 h 83"/>
                <a:gd name="T80" fmla="*/ 27 w 81"/>
                <a:gd name="T81" fmla="*/ 3 h 83"/>
                <a:gd name="T82" fmla="*/ 15 w 81"/>
                <a:gd name="T83" fmla="*/ 0 h 83"/>
                <a:gd name="T84" fmla="*/ 12 w 81"/>
                <a:gd name="T85" fmla="*/ 12 h 83"/>
                <a:gd name="T86" fmla="*/ 11 w 81"/>
                <a:gd name="T87" fmla="*/ 21 h 83"/>
                <a:gd name="T88" fmla="*/ 0 w 81"/>
                <a:gd name="T89" fmla="*/ 6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1" h="83">
                  <a:moveTo>
                    <a:pt x="0" y="66"/>
                  </a:moveTo>
                  <a:lnTo>
                    <a:pt x="12" y="69"/>
                  </a:lnTo>
                  <a:lnTo>
                    <a:pt x="21" y="32"/>
                  </a:lnTo>
                  <a:lnTo>
                    <a:pt x="23" y="28"/>
                  </a:lnTo>
                  <a:lnTo>
                    <a:pt x="25" y="24"/>
                  </a:lnTo>
                  <a:lnTo>
                    <a:pt x="28" y="20"/>
                  </a:lnTo>
                  <a:lnTo>
                    <a:pt x="32" y="18"/>
                  </a:lnTo>
                  <a:lnTo>
                    <a:pt x="36" y="16"/>
                  </a:lnTo>
                  <a:lnTo>
                    <a:pt x="41" y="16"/>
                  </a:lnTo>
                  <a:lnTo>
                    <a:pt x="47" y="16"/>
                  </a:lnTo>
                  <a:lnTo>
                    <a:pt x="52" y="17"/>
                  </a:lnTo>
                  <a:lnTo>
                    <a:pt x="57" y="18"/>
                  </a:lnTo>
                  <a:lnTo>
                    <a:pt x="61" y="20"/>
                  </a:lnTo>
                  <a:lnTo>
                    <a:pt x="64" y="22"/>
                  </a:lnTo>
                  <a:lnTo>
                    <a:pt x="66" y="25"/>
                  </a:lnTo>
                  <a:lnTo>
                    <a:pt x="67" y="29"/>
                  </a:lnTo>
                  <a:lnTo>
                    <a:pt x="68" y="33"/>
                  </a:lnTo>
                  <a:lnTo>
                    <a:pt x="67" y="37"/>
                  </a:lnTo>
                  <a:lnTo>
                    <a:pt x="66" y="43"/>
                  </a:lnTo>
                  <a:lnTo>
                    <a:pt x="57" y="80"/>
                  </a:lnTo>
                  <a:lnTo>
                    <a:pt x="70" y="83"/>
                  </a:lnTo>
                  <a:lnTo>
                    <a:pt x="79" y="44"/>
                  </a:lnTo>
                  <a:lnTo>
                    <a:pt x="81" y="37"/>
                  </a:lnTo>
                  <a:lnTo>
                    <a:pt x="81" y="31"/>
                  </a:lnTo>
                  <a:lnTo>
                    <a:pt x="80" y="26"/>
                  </a:lnTo>
                  <a:lnTo>
                    <a:pt x="79" y="23"/>
                  </a:lnTo>
                  <a:lnTo>
                    <a:pt x="77" y="21"/>
                  </a:lnTo>
                  <a:lnTo>
                    <a:pt x="74" y="17"/>
                  </a:lnTo>
                  <a:lnTo>
                    <a:pt x="72" y="15"/>
                  </a:lnTo>
                  <a:lnTo>
                    <a:pt x="70" y="14"/>
                  </a:lnTo>
                  <a:lnTo>
                    <a:pt x="64" y="11"/>
                  </a:lnTo>
                  <a:lnTo>
                    <a:pt x="57" y="9"/>
                  </a:lnTo>
                  <a:lnTo>
                    <a:pt x="48" y="7"/>
                  </a:lnTo>
                  <a:lnTo>
                    <a:pt x="43" y="7"/>
                  </a:lnTo>
                  <a:lnTo>
                    <a:pt x="39" y="7"/>
                  </a:lnTo>
                  <a:lnTo>
                    <a:pt x="35" y="8"/>
                  </a:lnTo>
                  <a:lnTo>
                    <a:pt x="34" y="9"/>
                  </a:lnTo>
                  <a:lnTo>
                    <a:pt x="32" y="10"/>
                  </a:lnTo>
                  <a:lnTo>
                    <a:pt x="28" y="12"/>
                  </a:lnTo>
                  <a:lnTo>
                    <a:pt x="25" y="14"/>
                  </a:lnTo>
                  <a:lnTo>
                    <a:pt x="27" y="3"/>
                  </a:lnTo>
                  <a:lnTo>
                    <a:pt x="15" y="0"/>
                  </a:lnTo>
                  <a:lnTo>
                    <a:pt x="12" y="12"/>
                  </a:lnTo>
                  <a:lnTo>
                    <a:pt x="11" y="21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black">
            <a:xfrm>
              <a:off x="3131" y="1279"/>
              <a:ext cx="87" cy="92"/>
            </a:xfrm>
            <a:custGeom>
              <a:avLst/>
              <a:gdLst>
                <a:gd name="T0" fmla="*/ 0 w 87"/>
                <a:gd name="T1" fmla="*/ 61 h 92"/>
                <a:gd name="T2" fmla="*/ 12 w 87"/>
                <a:gd name="T3" fmla="*/ 67 h 92"/>
                <a:gd name="T4" fmla="*/ 28 w 87"/>
                <a:gd name="T5" fmla="*/ 34 h 92"/>
                <a:gd name="T6" fmla="*/ 31 w 87"/>
                <a:gd name="T7" fmla="*/ 30 h 92"/>
                <a:gd name="T8" fmla="*/ 32 w 87"/>
                <a:gd name="T9" fmla="*/ 27 h 92"/>
                <a:gd name="T10" fmla="*/ 34 w 87"/>
                <a:gd name="T11" fmla="*/ 25 h 92"/>
                <a:gd name="T12" fmla="*/ 37 w 87"/>
                <a:gd name="T13" fmla="*/ 23 h 92"/>
                <a:gd name="T14" fmla="*/ 42 w 87"/>
                <a:gd name="T15" fmla="*/ 21 h 92"/>
                <a:gd name="T16" fmla="*/ 46 w 87"/>
                <a:gd name="T17" fmla="*/ 20 h 92"/>
                <a:gd name="T18" fmla="*/ 51 w 87"/>
                <a:gd name="T19" fmla="*/ 21 h 92"/>
                <a:gd name="T20" fmla="*/ 56 w 87"/>
                <a:gd name="T21" fmla="*/ 22 h 92"/>
                <a:gd name="T22" fmla="*/ 61 w 87"/>
                <a:gd name="T23" fmla="*/ 24 h 92"/>
                <a:gd name="T24" fmla="*/ 65 w 87"/>
                <a:gd name="T25" fmla="*/ 26 h 92"/>
                <a:gd name="T26" fmla="*/ 68 w 87"/>
                <a:gd name="T27" fmla="*/ 30 h 92"/>
                <a:gd name="T28" fmla="*/ 71 w 87"/>
                <a:gd name="T29" fmla="*/ 33 h 92"/>
                <a:gd name="T30" fmla="*/ 72 w 87"/>
                <a:gd name="T31" fmla="*/ 36 h 92"/>
                <a:gd name="T32" fmla="*/ 73 w 87"/>
                <a:gd name="T33" fmla="*/ 40 h 92"/>
                <a:gd name="T34" fmla="*/ 72 w 87"/>
                <a:gd name="T35" fmla="*/ 44 h 92"/>
                <a:gd name="T36" fmla="*/ 71 w 87"/>
                <a:gd name="T37" fmla="*/ 48 h 92"/>
                <a:gd name="T38" fmla="*/ 69 w 87"/>
                <a:gd name="T39" fmla="*/ 53 h 92"/>
                <a:gd name="T40" fmla="*/ 53 w 87"/>
                <a:gd name="T41" fmla="*/ 87 h 92"/>
                <a:gd name="T42" fmla="*/ 64 w 87"/>
                <a:gd name="T43" fmla="*/ 92 h 92"/>
                <a:gd name="T44" fmla="*/ 83 w 87"/>
                <a:gd name="T45" fmla="*/ 57 h 92"/>
                <a:gd name="T46" fmla="*/ 85 w 87"/>
                <a:gd name="T47" fmla="*/ 51 h 92"/>
                <a:gd name="T48" fmla="*/ 86 w 87"/>
                <a:gd name="T49" fmla="*/ 48 h 92"/>
                <a:gd name="T50" fmla="*/ 86 w 87"/>
                <a:gd name="T51" fmla="*/ 45 h 92"/>
                <a:gd name="T52" fmla="*/ 87 w 87"/>
                <a:gd name="T53" fmla="*/ 39 h 92"/>
                <a:gd name="T54" fmla="*/ 86 w 87"/>
                <a:gd name="T55" fmla="*/ 37 h 92"/>
                <a:gd name="T56" fmla="*/ 85 w 87"/>
                <a:gd name="T57" fmla="*/ 34 h 92"/>
                <a:gd name="T58" fmla="*/ 83 w 87"/>
                <a:gd name="T59" fmla="*/ 30 h 92"/>
                <a:gd name="T60" fmla="*/ 78 w 87"/>
                <a:gd name="T61" fmla="*/ 24 h 92"/>
                <a:gd name="T62" fmla="*/ 76 w 87"/>
                <a:gd name="T63" fmla="*/ 22 h 92"/>
                <a:gd name="T64" fmla="*/ 74 w 87"/>
                <a:gd name="T65" fmla="*/ 21 h 92"/>
                <a:gd name="T66" fmla="*/ 67 w 87"/>
                <a:gd name="T67" fmla="*/ 17 h 92"/>
                <a:gd name="T68" fmla="*/ 63 w 87"/>
                <a:gd name="T69" fmla="*/ 15 h 92"/>
                <a:gd name="T70" fmla="*/ 59 w 87"/>
                <a:gd name="T71" fmla="*/ 14 h 92"/>
                <a:gd name="T72" fmla="*/ 55 w 87"/>
                <a:gd name="T73" fmla="*/ 13 h 92"/>
                <a:gd name="T74" fmla="*/ 51 w 87"/>
                <a:gd name="T75" fmla="*/ 12 h 92"/>
                <a:gd name="T76" fmla="*/ 43 w 87"/>
                <a:gd name="T77" fmla="*/ 13 h 92"/>
                <a:gd name="T78" fmla="*/ 39 w 87"/>
                <a:gd name="T79" fmla="*/ 14 h 92"/>
                <a:gd name="T80" fmla="*/ 36 w 87"/>
                <a:gd name="T81" fmla="*/ 16 h 92"/>
                <a:gd name="T82" fmla="*/ 40 w 87"/>
                <a:gd name="T83" fmla="*/ 5 h 92"/>
                <a:gd name="T84" fmla="*/ 29 w 87"/>
                <a:gd name="T85" fmla="*/ 0 h 92"/>
                <a:gd name="T86" fmla="*/ 24 w 87"/>
                <a:gd name="T87" fmla="*/ 11 h 92"/>
                <a:gd name="T88" fmla="*/ 20 w 87"/>
                <a:gd name="T89" fmla="*/ 20 h 92"/>
                <a:gd name="T90" fmla="*/ 0 w 87"/>
                <a:gd name="T91" fmla="*/ 61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7" h="92">
                  <a:moveTo>
                    <a:pt x="0" y="61"/>
                  </a:moveTo>
                  <a:lnTo>
                    <a:pt x="12" y="67"/>
                  </a:lnTo>
                  <a:lnTo>
                    <a:pt x="28" y="34"/>
                  </a:lnTo>
                  <a:lnTo>
                    <a:pt x="31" y="30"/>
                  </a:lnTo>
                  <a:lnTo>
                    <a:pt x="32" y="27"/>
                  </a:lnTo>
                  <a:lnTo>
                    <a:pt x="34" y="25"/>
                  </a:lnTo>
                  <a:lnTo>
                    <a:pt x="37" y="23"/>
                  </a:lnTo>
                  <a:lnTo>
                    <a:pt x="42" y="21"/>
                  </a:lnTo>
                  <a:lnTo>
                    <a:pt x="46" y="20"/>
                  </a:lnTo>
                  <a:lnTo>
                    <a:pt x="51" y="21"/>
                  </a:lnTo>
                  <a:lnTo>
                    <a:pt x="56" y="22"/>
                  </a:lnTo>
                  <a:lnTo>
                    <a:pt x="61" y="24"/>
                  </a:lnTo>
                  <a:lnTo>
                    <a:pt x="65" y="26"/>
                  </a:lnTo>
                  <a:lnTo>
                    <a:pt x="68" y="30"/>
                  </a:lnTo>
                  <a:lnTo>
                    <a:pt x="71" y="33"/>
                  </a:lnTo>
                  <a:lnTo>
                    <a:pt x="72" y="36"/>
                  </a:lnTo>
                  <a:lnTo>
                    <a:pt x="73" y="40"/>
                  </a:lnTo>
                  <a:lnTo>
                    <a:pt x="72" y="44"/>
                  </a:lnTo>
                  <a:lnTo>
                    <a:pt x="71" y="48"/>
                  </a:lnTo>
                  <a:lnTo>
                    <a:pt x="69" y="53"/>
                  </a:lnTo>
                  <a:lnTo>
                    <a:pt x="53" y="87"/>
                  </a:lnTo>
                  <a:lnTo>
                    <a:pt x="64" y="92"/>
                  </a:lnTo>
                  <a:lnTo>
                    <a:pt x="83" y="57"/>
                  </a:lnTo>
                  <a:lnTo>
                    <a:pt x="85" y="51"/>
                  </a:lnTo>
                  <a:lnTo>
                    <a:pt x="86" y="48"/>
                  </a:lnTo>
                  <a:lnTo>
                    <a:pt x="86" y="45"/>
                  </a:lnTo>
                  <a:lnTo>
                    <a:pt x="87" y="39"/>
                  </a:lnTo>
                  <a:lnTo>
                    <a:pt x="86" y="37"/>
                  </a:lnTo>
                  <a:lnTo>
                    <a:pt x="85" y="34"/>
                  </a:lnTo>
                  <a:lnTo>
                    <a:pt x="83" y="30"/>
                  </a:lnTo>
                  <a:lnTo>
                    <a:pt x="78" y="24"/>
                  </a:lnTo>
                  <a:lnTo>
                    <a:pt x="76" y="22"/>
                  </a:lnTo>
                  <a:lnTo>
                    <a:pt x="74" y="21"/>
                  </a:lnTo>
                  <a:lnTo>
                    <a:pt x="67" y="17"/>
                  </a:lnTo>
                  <a:lnTo>
                    <a:pt x="63" y="15"/>
                  </a:lnTo>
                  <a:lnTo>
                    <a:pt x="59" y="14"/>
                  </a:lnTo>
                  <a:lnTo>
                    <a:pt x="55" y="13"/>
                  </a:lnTo>
                  <a:lnTo>
                    <a:pt x="51" y="12"/>
                  </a:lnTo>
                  <a:lnTo>
                    <a:pt x="43" y="13"/>
                  </a:lnTo>
                  <a:lnTo>
                    <a:pt x="39" y="14"/>
                  </a:lnTo>
                  <a:lnTo>
                    <a:pt x="36" y="16"/>
                  </a:lnTo>
                  <a:lnTo>
                    <a:pt x="40" y="5"/>
                  </a:lnTo>
                  <a:lnTo>
                    <a:pt x="29" y="0"/>
                  </a:lnTo>
                  <a:lnTo>
                    <a:pt x="24" y="11"/>
                  </a:lnTo>
                  <a:lnTo>
                    <a:pt x="20" y="2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black">
            <a:xfrm>
              <a:off x="3219" y="1298"/>
              <a:ext cx="59" cy="90"/>
            </a:xfrm>
            <a:custGeom>
              <a:avLst/>
              <a:gdLst>
                <a:gd name="T0" fmla="*/ 59 w 59"/>
                <a:gd name="T1" fmla="*/ 6 h 90"/>
                <a:gd name="T2" fmla="*/ 48 w 59"/>
                <a:gd name="T3" fmla="*/ 0 h 90"/>
                <a:gd name="T4" fmla="*/ 41 w 59"/>
                <a:gd name="T5" fmla="*/ 13 h 90"/>
                <a:gd name="T6" fmla="*/ 52 w 59"/>
                <a:gd name="T7" fmla="*/ 19 h 90"/>
                <a:gd name="T8" fmla="*/ 59 w 59"/>
                <a:gd name="T9" fmla="*/ 6 h 90"/>
                <a:gd name="T10" fmla="*/ 0 w 59"/>
                <a:gd name="T11" fmla="*/ 84 h 90"/>
                <a:gd name="T12" fmla="*/ 11 w 59"/>
                <a:gd name="T13" fmla="*/ 90 h 90"/>
                <a:gd name="T14" fmla="*/ 45 w 59"/>
                <a:gd name="T15" fmla="*/ 32 h 90"/>
                <a:gd name="T16" fmla="*/ 33 w 59"/>
                <a:gd name="T17" fmla="*/ 26 h 90"/>
                <a:gd name="T18" fmla="*/ 0 w 59"/>
                <a:gd name="T19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90">
                  <a:moveTo>
                    <a:pt x="59" y="6"/>
                  </a:moveTo>
                  <a:lnTo>
                    <a:pt x="48" y="0"/>
                  </a:lnTo>
                  <a:lnTo>
                    <a:pt x="41" y="13"/>
                  </a:lnTo>
                  <a:lnTo>
                    <a:pt x="52" y="19"/>
                  </a:lnTo>
                  <a:lnTo>
                    <a:pt x="59" y="6"/>
                  </a:lnTo>
                  <a:close/>
                  <a:moveTo>
                    <a:pt x="0" y="84"/>
                  </a:moveTo>
                  <a:lnTo>
                    <a:pt x="11" y="90"/>
                  </a:lnTo>
                  <a:lnTo>
                    <a:pt x="45" y="32"/>
                  </a:lnTo>
                  <a:lnTo>
                    <a:pt x="33" y="26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black">
            <a:xfrm>
              <a:off x="3252" y="1343"/>
              <a:ext cx="87" cy="95"/>
            </a:xfrm>
            <a:custGeom>
              <a:avLst/>
              <a:gdLst>
                <a:gd name="T0" fmla="*/ 0 w 87"/>
                <a:gd name="T1" fmla="*/ 57 h 95"/>
                <a:gd name="T2" fmla="*/ 11 w 87"/>
                <a:gd name="T3" fmla="*/ 64 h 95"/>
                <a:gd name="T4" fmla="*/ 30 w 87"/>
                <a:gd name="T5" fmla="*/ 33 h 95"/>
                <a:gd name="T6" fmla="*/ 33 w 87"/>
                <a:gd name="T7" fmla="*/ 29 h 95"/>
                <a:gd name="T8" fmla="*/ 35 w 87"/>
                <a:gd name="T9" fmla="*/ 27 h 95"/>
                <a:gd name="T10" fmla="*/ 37 w 87"/>
                <a:gd name="T11" fmla="*/ 26 h 95"/>
                <a:gd name="T12" fmla="*/ 41 w 87"/>
                <a:gd name="T13" fmla="*/ 24 h 95"/>
                <a:gd name="T14" fmla="*/ 45 w 87"/>
                <a:gd name="T15" fmla="*/ 23 h 95"/>
                <a:gd name="T16" fmla="*/ 49 w 87"/>
                <a:gd name="T17" fmla="*/ 22 h 95"/>
                <a:gd name="T18" fmla="*/ 54 w 87"/>
                <a:gd name="T19" fmla="*/ 23 h 95"/>
                <a:gd name="T20" fmla="*/ 59 w 87"/>
                <a:gd name="T21" fmla="*/ 25 h 95"/>
                <a:gd name="T22" fmla="*/ 64 w 87"/>
                <a:gd name="T23" fmla="*/ 27 h 95"/>
                <a:gd name="T24" fmla="*/ 68 w 87"/>
                <a:gd name="T25" fmla="*/ 30 h 95"/>
                <a:gd name="T26" fmla="*/ 71 w 87"/>
                <a:gd name="T27" fmla="*/ 33 h 95"/>
                <a:gd name="T28" fmla="*/ 73 w 87"/>
                <a:gd name="T29" fmla="*/ 36 h 95"/>
                <a:gd name="T30" fmla="*/ 73 w 87"/>
                <a:gd name="T31" fmla="*/ 38 h 95"/>
                <a:gd name="T32" fmla="*/ 74 w 87"/>
                <a:gd name="T33" fmla="*/ 40 h 95"/>
                <a:gd name="T34" fmla="*/ 74 w 87"/>
                <a:gd name="T35" fmla="*/ 43 h 95"/>
                <a:gd name="T36" fmla="*/ 73 w 87"/>
                <a:gd name="T37" fmla="*/ 47 h 95"/>
                <a:gd name="T38" fmla="*/ 72 w 87"/>
                <a:gd name="T39" fmla="*/ 52 h 95"/>
                <a:gd name="T40" fmla="*/ 69 w 87"/>
                <a:gd name="T41" fmla="*/ 56 h 95"/>
                <a:gd name="T42" fmla="*/ 49 w 87"/>
                <a:gd name="T43" fmla="*/ 88 h 95"/>
                <a:gd name="T44" fmla="*/ 60 w 87"/>
                <a:gd name="T45" fmla="*/ 95 h 95"/>
                <a:gd name="T46" fmla="*/ 81 w 87"/>
                <a:gd name="T47" fmla="*/ 61 h 95"/>
                <a:gd name="T48" fmla="*/ 84 w 87"/>
                <a:gd name="T49" fmla="*/ 55 h 95"/>
                <a:gd name="T50" fmla="*/ 86 w 87"/>
                <a:gd name="T51" fmla="*/ 50 h 95"/>
                <a:gd name="T52" fmla="*/ 87 w 87"/>
                <a:gd name="T53" fmla="*/ 44 h 95"/>
                <a:gd name="T54" fmla="*/ 86 w 87"/>
                <a:gd name="T55" fmla="*/ 39 h 95"/>
                <a:gd name="T56" fmla="*/ 84 w 87"/>
                <a:gd name="T57" fmla="*/ 34 h 95"/>
                <a:gd name="T58" fmla="*/ 81 w 87"/>
                <a:gd name="T59" fmla="*/ 30 h 95"/>
                <a:gd name="T60" fmla="*/ 79 w 87"/>
                <a:gd name="T61" fmla="*/ 27 h 95"/>
                <a:gd name="T62" fmla="*/ 77 w 87"/>
                <a:gd name="T63" fmla="*/ 25 h 95"/>
                <a:gd name="T64" fmla="*/ 71 w 87"/>
                <a:gd name="T65" fmla="*/ 21 h 95"/>
                <a:gd name="T66" fmla="*/ 67 w 87"/>
                <a:gd name="T67" fmla="*/ 19 h 95"/>
                <a:gd name="T68" fmla="*/ 63 w 87"/>
                <a:gd name="T69" fmla="*/ 17 h 95"/>
                <a:gd name="T70" fmla="*/ 55 w 87"/>
                <a:gd name="T71" fmla="*/ 15 h 95"/>
                <a:gd name="T72" fmla="*/ 47 w 87"/>
                <a:gd name="T73" fmla="*/ 15 h 95"/>
                <a:gd name="T74" fmla="*/ 44 w 87"/>
                <a:gd name="T75" fmla="*/ 16 h 95"/>
                <a:gd name="T76" fmla="*/ 40 w 87"/>
                <a:gd name="T77" fmla="*/ 17 h 95"/>
                <a:gd name="T78" fmla="*/ 45 w 87"/>
                <a:gd name="T79" fmla="*/ 7 h 95"/>
                <a:gd name="T80" fmla="*/ 34 w 87"/>
                <a:gd name="T81" fmla="*/ 0 h 95"/>
                <a:gd name="T82" fmla="*/ 28 w 87"/>
                <a:gd name="T83" fmla="*/ 11 h 95"/>
                <a:gd name="T84" fmla="*/ 24 w 87"/>
                <a:gd name="T85" fmla="*/ 19 h 95"/>
                <a:gd name="T86" fmla="*/ 0 w 87"/>
                <a:gd name="T87" fmla="*/ 5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" h="95">
                  <a:moveTo>
                    <a:pt x="0" y="57"/>
                  </a:moveTo>
                  <a:lnTo>
                    <a:pt x="11" y="64"/>
                  </a:lnTo>
                  <a:lnTo>
                    <a:pt x="30" y="33"/>
                  </a:lnTo>
                  <a:lnTo>
                    <a:pt x="33" y="29"/>
                  </a:lnTo>
                  <a:lnTo>
                    <a:pt x="35" y="27"/>
                  </a:lnTo>
                  <a:lnTo>
                    <a:pt x="37" y="26"/>
                  </a:lnTo>
                  <a:lnTo>
                    <a:pt x="41" y="24"/>
                  </a:lnTo>
                  <a:lnTo>
                    <a:pt x="45" y="23"/>
                  </a:lnTo>
                  <a:lnTo>
                    <a:pt x="49" y="22"/>
                  </a:lnTo>
                  <a:lnTo>
                    <a:pt x="54" y="23"/>
                  </a:lnTo>
                  <a:lnTo>
                    <a:pt x="59" y="25"/>
                  </a:lnTo>
                  <a:lnTo>
                    <a:pt x="64" y="27"/>
                  </a:lnTo>
                  <a:lnTo>
                    <a:pt x="68" y="30"/>
                  </a:lnTo>
                  <a:lnTo>
                    <a:pt x="71" y="33"/>
                  </a:lnTo>
                  <a:lnTo>
                    <a:pt x="73" y="36"/>
                  </a:lnTo>
                  <a:lnTo>
                    <a:pt x="73" y="38"/>
                  </a:lnTo>
                  <a:lnTo>
                    <a:pt x="74" y="40"/>
                  </a:lnTo>
                  <a:lnTo>
                    <a:pt x="74" y="43"/>
                  </a:lnTo>
                  <a:lnTo>
                    <a:pt x="73" y="47"/>
                  </a:lnTo>
                  <a:lnTo>
                    <a:pt x="72" y="52"/>
                  </a:lnTo>
                  <a:lnTo>
                    <a:pt x="69" y="56"/>
                  </a:lnTo>
                  <a:lnTo>
                    <a:pt x="49" y="88"/>
                  </a:lnTo>
                  <a:lnTo>
                    <a:pt x="60" y="95"/>
                  </a:lnTo>
                  <a:lnTo>
                    <a:pt x="81" y="61"/>
                  </a:lnTo>
                  <a:lnTo>
                    <a:pt x="84" y="55"/>
                  </a:lnTo>
                  <a:lnTo>
                    <a:pt x="86" y="50"/>
                  </a:lnTo>
                  <a:lnTo>
                    <a:pt x="87" y="44"/>
                  </a:lnTo>
                  <a:lnTo>
                    <a:pt x="86" y="39"/>
                  </a:lnTo>
                  <a:lnTo>
                    <a:pt x="84" y="34"/>
                  </a:lnTo>
                  <a:lnTo>
                    <a:pt x="81" y="30"/>
                  </a:lnTo>
                  <a:lnTo>
                    <a:pt x="79" y="27"/>
                  </a:lnTo>
                  <a:lnTo>
                    <a:pt x="77" y="25"/>
                  </a:lnTo>
                  <a:lnTo>
                    <a:pt x="71" y="21"/>
                  </a:lnTo>
                  <a:lnTo>
                    <a:pt x="67" y="19"/>
                  </a:lnTo>
                  <a:lnTo>
                    <a:pt x="63" y="17"/>
                  </a:lnTo>
                  <a:lnTo>
                    <a:pt x="55" y="15"/>
                  </a:lnTo>
                  <a:lnTo>
                    <a:pt x="47" y="15"/>
                  </a:lnTo>
                  <a:lnTo>
                    <a:pt x="44" y="16"/>
                  </a:lnTo>
                  <a:lnTo>
                    <a:pt x="40" y="17"/>
                  </a:lnTo>
                  <a:lnTo>
                    <a:pt x="45" y="7"/>
                  </a:lnTo>
                  <a:lnTo>
                    <a:pt x="34" y="0"/>
                  </a:lnTo>
                  <a:lnTo>
                    <a:pt x="28" y="11"/>
                  </a:lnTo>
                  <a:lnTo>
                    <a:pt x="24" y="19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black">
            <a:xfrm>
              <a:off x="3322" y="1413"/>
              <a:ext cx="109" cy="98"/>
            </a:xfrm>
            <a:custGeom>
              <a:avLst/>
              <a:gdLst>
                <a:gd name="T0" fmla="*/ 78 w 109"/>
                <a:gd name="T1" fmla="*/ 22 h 98"/>
                <a:gd name="T2" fmla="*/ 83 w 109"/>
                <a:gd name="T3" fmla="*/ 32 h 98"/>
                <a:gd name="T4" fmla="*/ 84 w 109"/>
                <a:gd name="T5" fmla="*/ 41 h 98"/>
                <a:gd name="T6" fmla="*/ 81 w 109"/>
                <a:gd name="T7" fmla="*/ 50 h 98"/>
                <a:gd name="T8" fmla="*/ 74 w 109"/>
                <a:gd name="T9" fmla="*/ 58 h 98"/>
                <a:gd name="T10" fmla="*/ 70 w 109"/>
                <a:gd name="T11" fmla="*/ 61 h 98"/>
                <a:gd name="T12" fmla="*/ 61 w 109"/>
                <a:gd name="T13" fmla="*/ 63 h 98"/>
                <a:gd name="T14" fmla="*/ 52 w 109"/>
                <a:gd name="T15" fmla="*/ 62 h 98"/>
                <a:gd name="T16" fmla="*/ 43 w 109"/>
                <a:gd name="T17" fmla="*/ 56 h 98"/>
                <a:gd name="T18" fmla="*/ 39 w 109"/>
                <a:gd name="T19" fmla="*/ 52 h 98"/>
                <a:gd name="T20" fmla="*/ 35 w 109"/>
                <a:gd name="T21" fmla="*/ 46 h 98"/>
                <a:gd name="T22" fmla="*/ 33 w 109"/>
                <a:gd name="T23" fmla="*/ 40 h 98"/>
                <a:gd name="T24" fmla="*/ 34 w 109"/>
                <a:gd name="T25" fmla="*/ 33 h 98"/>
                <a:gd name="T26" fmla="*/ 37 w 109"/>
                <a:gd name="T27" fmla="*/ 25 h 98"/>
                <a:gd name="T28" fmla="*/ 44 w 109"/>
                <a:gd name="T29" fmla="*/ 17 h 98"/>
                <a:gd name="T30" fmla="*/ 48 w 109"/>
                <a:gd name="T31" fmla="*/ 14 h 98"/>
                <a:gd name="T32" fmla="*/ 52 w 109"/>
                <a:gd name="T33" fmla="*/ 12 h 98"/>
                <a:gd name="T34" fmla="*/ 61 w 109"/>
                <a:gd name="T35" fmla="*/ 12 h 98"/>
                <a:gd name="T36" fmla="*/ 70 w 109"/>
                <a:gd name="T37" fmla="*/ 15 h 98"/>
                <a:gd name="T38" fmla="*/ 63 w 109"/>
                <a:gd name="T39" fmla="*/ 72 h 98"/>
                <a:gd name="T40" fmla="*/ 54 w 109"/>
                <a:gd name="T41" fmla="*/ 82 h 98"/>
                <a:gd name="T42" fmla="*/ 46 w 109"/>
                <a:gd name="T43" fmla="*/ 86 h 98"/>
                <a:gd name="T44" fmla="*/ 38 w 109"/>
                <a:gd name="T45" fmla="*/ 86 h 98"/>
                <a:gd name="T46" fmla="*/ 29 w 109"/>
                <a:gd name="T47" fmla="*/ 81 h 98"/>
                <a:gd name="T48" fmla="*/ 20 w 109"/>
                <a:gd name="T49" fmla="*/ 74 h 98"/>
                <a:gd name="T50" fmla="*/ 15 w 109"/>
                <a:gd name="T51" fmla="*/ 67 h 98"/>
                <a:gd name="T52" fmla="*/ 13 w 109"/>
                <a:gd name="T53" fmla="*/ 61 h 98"/>
                <a:gd name="T54" fmla="*/ 14 w 109"/>
                <a:gd name="T55" fmla="*/ 55 h 98"/>
                <a:gd name="T56" fmla="*/ 6 w 109"/>
                <a:gd name="T57" fmla="*/ 43 h 98"/>
                <a:gd name="T58" fmla="*/ 2 w 109"/>
                <a:gd name="T59" fmla="*/ 50 h 98"/>
                <a:gd name="T60" fmla="*/ 1 w 109"/>
                <a:gd name="T61" fmla="*/ 55 h 98"/>
                <a:gd name="T62" fmla="*/ 1 w 109"/>
                <a:gd name="T63" fmla="*/ 62 h 98"/>
                <a:gd name="T64" fmla="*/ 6 w 109"/>
                <a:gd name="T65" fmla="*/ 73 h 98"/>
                <a:gd name="T66" fmla="*/ 16 w 109"/>
                <a:gd name="T67" fmla="*/ 83 h 98"/>
                <a:gd name="T68" fmla="*/ 26 w 109"/>
                <a:gd name="T69" fmla="*/ 90 h 98"/>
                <a:gd name="T70" fmla="*/ 39 w 109"/>
                <a:gd name="T71" fmla="*/ 96 h 98"/>
                <a:gd name="T72" fmla="*/ 46 w 109"/>
                <a:gd name="T73" fmla="*/ 98 h 98"/>
                <a:gd name="T74" fmla="*/ 55 w 109"/>
                <a:gd name="T75" fmla="*/ 96 h 98"/>
                <a:gd name="T76" fmla="*/ 65 w 109"/>
                <a:gd name="T77" fmla="*/ 89 h 98"/>
                <a:gd name="T78" fmla="*/ 95 w 109"/>
                <a:gd name="T79" fmla="*/ 53 h 98"/>
                <a:gd name="T80" fmla="*/ 109 w 109"/>
                <a:gd name="T81" fmla="*/ 40 h 98"/>
                <a:gd name="T82" fmla="*/ 92 w 109"/>
                <a:gd name="T83" fmla="*/ 38 h 98"/>
                <a:gd name="T84" fmla="*/ 90 w 109"/>
                <a:gd name="T85" fmla="*/ 27 h 98"/>
                <a:gd name="T86" fmla="*/ 87 w 109"/>
                <a:gd name="T87" fmla="*/ 20 h 98"/>
                <a:gd name="T88" fmla="*/ 82 w 109"/>
                <a:gd name="T89" fmla="*/ 14 h 98"/>
                <a:gd name="T90" fmla="*/ 73 w 109"/>
                <a:gd name="T91" fmla="*/ 6 h 98"/>
                <a:gd name="T92" fmla="*/ 66 w 109"/>
                <a:gd name="T93" fmla="*/ 3 h 98"/>
                <a:gd name="T94" fmla="*/ 60 w 109"/>
                <a:gd name="T95" fmla="*/ 1 h 98"/>
                <a:gd name="T96" fmla="*/ 53 w 109"/>
                <a:gd name="T97" fmla="*/ 0 h 98"/>
                <a:gd name="T98" fmla="*/ 47 w 109"/>
                <a:gd name="T99" fmla="*/ 1 h 98"/>
                <a:gd name="T100" fmla="*/ 35 w 109"/>
                <a:gd name="T101" fmla="*/ 7 h 98"/>
                <a:gd name="T102" fmla="*/ 28 w 109"/>
                <a:gd name="T103" fmla="*/ 15 h 98"/>
                <a:gd name="T104" fmla="*/ 24 w 109"/>
                <a:gd name="T105" fmla="*/ 21 h 98"/>
                <a:gd name="T106" fmla="*/ 21 w 109"/>
                <a:gd name="T107" fmla="*/ 32 h 98"/>
                <a:gd name="T108" fmla="*/ 22 w 109"/>
                <a:gd name="T109" fmla="*/ 44 h 98"/>
                <a:gd name="T110" fmla="*/ 26 w 109"/>
                <a:gd name="T111" fmla="*/ 50 h 98"/>
                <a:gd name="T112" fmla="*/ 30 w 109"/>
                <a:gd name="T113" fmla="*/ 56 h 98"/>
                <a:gd name="T114" fmla="*/ 35 w 109"/>
                <a:gd name="T115" fmla="*/ 61 h 98"/>
                <a:gd name="T116" fmla="*/ 45 w 109"/>
                <a:gd name="T117" fmla="*/ 68 h 98"/>
                <a:gd name="T118" fmla="*/ 52 w 109"/>
                <a:gd name="T119" fmla="*/ 71 h 98"/>
                <a:gd name="T120" fmla="*/ 59 w 109"/>
                <a:gd name="T121" fmla="*/ 72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9" h="98">
                  <a:moveTo>
                    <a:pt x="75" y="18"/>
                  </a:moveTo>
                  <a:lnTo>
                    <a:pt x="78" y="22"/>
                  </a:lnTo>
                  <a:lnTo>
                    <a:pt x="81" y="27"/>
                  </a:lnTo>
                  <a:lnTo>
                    <a:pt x="83" y="32"/>
                  </a:lnTo>
                  <a:lnTo>
                    <a:pt x="84" y="36"/>
                  </a:lnTo>
                  <a:lnTo>
                    <a:pt x="84" y="41"/>
                  </a:lnTo>
                  <a:lnTo>
                    <a:pt x="83" y="45"/>
                  </a:lnTo>
                  <a:lnTo>
                    <a:pt x="81" y="50"/>
                  </a:lnTo>
                  <a:lnTo>
                    <a:pt x="78" y="54"/>
                  </a:lnTo>
                  <a:lnTo>
                    <a:pt x="74" y="58"/>
                  </a:lnTo>
                  <a:lnTo>
                    <a:pt x="72" y="59"/>
                  </a:lnTo>
                  <a:lnTo>
                    <a:pt x="70" y="61"/>
                  </a:lnTo>
                  <a:lnTo>
                    <a:pt x="65" y="63"/>
                  </a:lnTo>
                  <a:lnTo>
                    <a:pt x="61" y="63"/>
                  </a:lnTo>
                  <a:lnTo>
                    <a:pt x="56" y="63"/>
                  </a:lnTo>
                  <a:lnTo>
                    <a:pt x="52" y="62"/>
                  </a:lnTo>
                  <a:lnTo>
                    <a:pt x="47" y="60"/>
                  </a:lnTo>
                  <a:lnTo>
                    <a:pt x="43" y="56"/>
                  </a:lnTo>
                  <a:lnTo>
                    <a:pt x="41" y="54"/>
                  </a:lnTo>
                  <a:lnTo>
                    <a:pt x="39" y="52"/>
                  </a:lnTo>
                  <a:lnTo>
                    <a:pt x="36" y="48"/>
                  </a:lnTo>
                  <a:lnTo>
                    <a:pt x="35" y="46"/>
                  </a:lnTo>
                  <a:lnTo>
                    <a:pt x="34" y="44"/>
                  </a:lnTo>
                  <a:lnTo>
                    <a:pt x="33" y="40"/>
                  </a:lnTo>
                  <a:lnTo>
                    <a:pt x="33" y="35"/>
                  </a:lnTo>
                  <a:lnTo>
                    <a:pt x="34" y="33"/>
                  </a:lnTo>
                  <a:lnTo>
                    <a:pt x="35" y="31"/>
                  </a:lnTo>
                  <a:lnTo>
                    <a:pt x="37" y="25"/>
                  </a:lnTo>
                  <a:lnTo>
                    <a:pt x="40" y="21"/>
                  </a:lnTo>
                  <a:lnTo>
                    <a:pt x="44" y="17"/>
                  </a:lnTo>
                  <a:lnTo>
                    <a:pt x="46" y="15"/>
                  </a:lnTo>
                  <a:lnTo>
                    <a:pt x="48" y="14"/>
                  </a:lnTo>
                  <a:lnTo>
                    <a:pt x="50" y="13"/>
                  </a:lnTo>
                  <a:lnTo>
                    <a:pt x="52" y="12"/>
                  </a:lnTo>
                  <a:lnTo>
                    <a:pt x="57" y="11"/>
                  </a:lnTo>
                  <a:lnTo>
                    <a:pt x="61" y="12"/>
                  </a:lnTo>
                  <a:lnTo>
                    <a:pt x="66" y="13"/>
                  </a:lnTo>
                  <a:lnTo>
                    <a:pt x="70" y="15"/>
                  </a:lnTo>
                  <a:lnTo>
                    <a:pt x="75" y="18"/>
                  </a:lnTo>
                  <a:close/>
                  <a:moveTo>
                    <a:pt x="63" y="72"/>
                  </a:moveTo>
                  <a:lnTo>
                    <a:pt x="57" y="78"/>
                  </a:lnTo>
                  <a:lnTo>
                    <a:pt x="54" y="82"/>
                  </a:lnTo>
                  <a:lnTo>
                    <a:pt x="50" y="84"/>
                  </a:lnTo>
                  <a:lnTo>
                    <a:pt x="46" y="86"/>
                  </a:lnTo>
                  <a:lnTo>
                    <a:pt x="42" y="86"/>
                  </a:lnTo>
                  <a:lnTo>
                    <a:pt x="38" y="86"/>
                  </a:lnTo>
                  <a:lnTo>
                    <a:pt x="34" y="84"/>
                  </a:lnTo>
                  <a:lnTo>
                    <a:pt x="29" y="81"/>
                  </a:lnTo>
                  <a:lnTo>
                    <a:pt x="25" y="78"/>
                  </a:lnTo>
                  <a:lnTo>
                    <a:pt x="20" y="74"/>
                  </a:lnTo>
                  <a:lnTo>
                    <a:pt x="17" y="71"/>
                  </a:lnTo>
                  <a:lnTo>
                    <a:pt x="15" y="67"/>
                  </a:lnTo>
                  <a:lnTo>
                    <a:pt x="13" y="64"/>
                  </a:lnTo>
                  <a:lnTo>
                    <a:pt x="13" y="61"/>
                  </a:lnTo>
                  <a:lnTo>
                    <a:pt x="13" y="58"/>
                  </a:lnTo>
                  <a:lnTo>
                    <a:pt x="14" y="55"/>
                  </a:lnTo>
                  <a:lnTo>
                    <a:pt x="16" y="52"/>
                  </a:lnTo>
                  <a:lnTo>
                    <a:pt x="6" y="43"/>
                  </a:lnTo>
                  <a:lnTo>
                    <a:pt x="3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1" y="55"/>
                  </a:lnTo>
                  <a:lnTo>
                    <a:pt x="0" y="57"/>
                  </a:lnTo>
                  <a:lnTo>
                    <a:pt x="1" y="62"/>
                  </a:lnTo>
                  <a:lnTo>
                    <a:pt x="3" y="67"/>
                  </a:lnTo>
                  <a:lnTo>
                    <a:pt x="6" y="73"/>
                  </a:lnTo>
                  <a:lnTo>
                    <a:pt x="10" y="78"/>
                  </a:lnTo>
                  <a:lnTo>
                    <a:pt x="16" y="83"/>
                  </a:lnTo>
                  <a:lnTo>
                    <a:pt x="21" y="87"/>
                  </a:lnTo>
                  <a:lnTo>
                    <a:pt x="26" y="90"/>
                  </a:lnTo>
                  <a:lnTo>
                    <a:pt x="35" y="95"/>
                  </a:lnTo>
                  <a:lnTo>
                    <a:pt x="39" y="96"/>
                  </a:lnTo>
                  <a:lnTo>
                    <a:pt x="43" y="97"/>
                  </a:lnTo>
                  <a:lnTo>
                    <a:pt x="46" y="98"/>
                  </a:lnTo>
                  <a:lnTo>
                    <a:pt x="50" y="97"/>
                  </a:lnTo>
                  <a:lnTo>
                    <a:pt x="55" y="96"/>
                  </a:lnTo>
                  <a:lnTo>
                    <a:pt x="60" y="93"/>
                  </a:lnTo>
                  <a:lnTo>
                    <a:pt x="65" y="89"/>
                  </a:lnTo>
                  <a:lnTo>
                    <a:pt x="69" y="84"/>
                  </a:lnTo>
                  <a:lnTo>
                    <a:pt x="95" y="53"/>
                  </a:lnTo>
                  <a:lnTo>
                    <a:pt x="102" y="47"/>
                  </a:lnTo>
                  <a:lnTo>
                    <a:pt x="109" y="40"/>
                  </a:lnTo>
                  <a:lnTo>
                    <a:pt x="99" y="31"/>
                  </a:lnTo>
                  <a:lnTo>
                    <a:pt x="92" y="38"/>
                  </a:lnTo>
                  <a:lnTo>
                    <a:pt x="91" y="31"/>
                  </a:lnTo>
                  <a:lnTo>
                    <a:pt x="90" y="27"/>
                  </a:lnTo>
                  <a:lnTo>
                    <a:pt x="89" y="23"/>
                  </a:lnTo>
                  <a:lnTo>
                    <a:pt x="87" y="20"/>
                  </a:lnTo>
                  <a:lnTo>
                    <a:pt x="85" y="17"/>
                  </a:lnTo>
                  <a:lnTo>
                    <a:pt x="82" y="14"/>
                  </a:lnTo>
                  <a:lnTo>
                    <a:pt x="79" y="10"/>
                  </a:lnTo>
                  <a:lnTo>
                    <a:pt x="73" y="6"/>
                  </a:lnTo>
                  <a:lnTo>
                    <a:pt x="69" y="4"/>
                  </a:lnTo>
                  <a:lnTo>
                    <a:pt x="66" y="3"/>
                  </a:lnTo>
                  <a:lnTo>
                    <a:pt x="63" y="2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0"/>
                  </a:lnTo>
                  <a:lnTo>
                    <a:pt x="50" y="1"/>
                  </a:lnTo>
                  <a:lnTo>
                    <a:pt x="47" y="1"/>
                  </a:lnTo>
                  <a:lnTo>
                    <a:pt x="41" y="4"/>
                  </a:lnTo>
                  <a:lnTo>
                    <a:pt x="35" y="7"/>
                  </a:lnTo>
                  <a:lnTo>
                    <a:pt x="30" y="12"/>
                  </a:lnTo>
                  <a:lnTo>
                    <a:pt x="28" y="15"/>
                  </a:lnTo>
                  <a:lnTo>
                    <a:pt x="26" y="18"/>
                  </a:lnTo>
                  <a:lnTo>
                    <a:pt x="24" y="21"/>
                  </a:lnTo>
                  <a:lnTo>
                    <a:pt x="22" y="24"/>
                  </a:lnTo>
                  <a:lnTo>
                    <a:pt x="21" y="32"/>
                  </a:lnTo>
                  <a:lnTo>
                    <a:pt x="21" y="38"/>
                  </a:lnTo>
                  <a:lnTo>
                    <a:pt x="22" y="44"/>
                  </a:lnTo>
                  <a:lnTo>
                    <a:pt x="24" y="47"/>
                  </a:lnTo>
                  <a:lnTo>
                    <a:pt x="26" y="50"/>
                  </a:lnTo>
                  <a:lnTo>
                    <a:pt x="27" y="53"/>
                  </a:lnTo>
                  <a:lnTo>
                    <a:pt x="30" y="56"/>
                  </a:lnTo>
                  <a:lnTo>
                    <a:pt x="32" y="59"/>
                  </a:lnTo>
                  <a:lnTo>
                    <a:pt x="35" y="61"/>
                  </a:lnTo>
                  <a:lnTo>
                    <a:pt x="41" y="66"/>
                  </a:lnTo>
                  <a:lnTo>
                    <a:pt x="45" y="68"/>
                  </a:lnTo>
                  <a:lnTo>
                    <a:pt x="48" y="70"/>
                  </a:lnTo>
                  <a:lnTo>
                    <a:pt x="52" y="71"/>
                  </a:lnTo>
                  <a:lnTo>
                    <a:pt x="55" y="72"/>
                  </a:lnTo>
                  <a:lnTo>
                    <a:pt x="59" y="72"/>
                  </a:lnTo>
                  <a:lnTo>
                    <a:pt x="63" y="7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4124326" y="2997200"/>
            <a:ext cx="887413" cy="2235200"/>
            <a:chOff x="1777" y="1904"/>
            <a:chExt cx="573" cy="1456"/>
          </a:xfrm>
        </p:grpSpPr>
        <p:sp>
          <p:nvSpPr>
            <p:cNvPr id="21" name="Freeform 19"/>
            <p:cNvSpPr>
              <a:spLocks/>
            </p:cNvSpPr>
            <p:nvPr/>
          </p:nvSpPr>
          <p:spPr bwMode="grayWhite">
            <a:xfrm>
              <a:off x="1777" y="1904"/>
              <a:ext cx="573" cy="1450"/>
            </a:xfrm>
            <a:custGeom>
              <a:avLst/>
              <a:gdLst>
                <a:gd name="T0" fmla="*/ 456 w 573"/>
                <a:gd name="T1" fmla="*/ 1450 h 1450"/>
                <a:gd name="T2" fmla="*/ 419 w 573"/>
                <a:gd name="T3" fmla="*/ 1422 h 1450"/>
                <a:gd name="T4" fmla="*/ 364 w 573"/>
                <a:gd name="T5" fmla="*/ 1375 h 1450"/>
                <a:gd name="T6" fmla="*/ 330 w 573"/>
                <a:gd name="T7" fmla="*/ 1343 h 1450"/>
                <a:gd name="T8" fmla="*/ 292 w 573"/>
                <a:gd name="T9" fmla="*/ 1305 h 1450"/>
                <a:gd name="T10" fmla="*/ 253 w 573"/>
                <a:gd name="T11" fmla="*/ 1264 h 1450"/>
                <a:gd name="T12" fmla="*/ 214 w 573"/>
                <a:gd name="T13" fmla="*/ 1217 h 1450"/>
                <a:gd name="T14" fmla="*/ 174 w 573"/>
                <a:gd name="T15" fmla="*/ 1165 h 1450"/>
                <a:gd name="T16" fmla="*/ 155 w 573"/>
                <a:gd name="T17" fmla="*/ 1138 h 1450"/>
                <a:gd name="T18" fmla="*/ 119 w 573"/>
                <a:gd name="T19" fmla="*/ 1081 h 1450"/>
                <a:gd name="T20" fmla="*/ 103 w 573"/>
                <a:gd name="T21" fmla="*/ 1050 h 1450"/>
                <a:gd name="T22" fmla="*/ 79 w 573"/>
                <a:gd name="T23" fmla="*/ 1003 h 1450"/>
                <a:gd name="T24" fmla="*/ 57 w 573"/>
                <a:gd name="T25" fmla="*/ 954 h 1450"/>
                <a:gd name="T26" fmla="*/ 39 w 573"/>
                <a:gd name="T27" fmla="*/ 902 h 1450"/>
                <a:gd name="T28" fmla="*/ 29 w 573"/>
                <a:gd name="T29" fmla="*/ 867 h 1450"/>
                <a:gd name="T30" fmla="*/ 20 w 573"/>
                <a:gd name="T31" fmla="*/ 831 h 1450"/>
                <a:gd name="T32" fmla="*/ 14 w 573"/>
                <a:gd name="T33" fmla="*/ 793 h 1450"/>
                <a:gd name="T34" fmla="*/ 6 w 573"/>
                <a:gd name="T35" fmla="*/ 732 h 1450"/>
                <a:gd name="T36" fmla="*/ 3 w 573"/>
                <a:gd name="T37" fmla="*/ 692 h 1450"/>
                <a:gd name="T38" fmla="*/ 1 w 573"/>
                <a:gd name="T39" fmla="*/ 651 h 1450"/>
                <a:gd name="T40" fmla="*/ 0 w 573"/>
                <a:gd name="T41" fmla="*/ 576 h 1450"/>
                <a:gd name="T42" fmla="*/ 2 w 573"/>
                <a:gd name="T43" fmla="*/ 539 h 1450"/>
                <a:gd name="T44" fmla="*/ 8 w 573"/>
                <a:gd name="T45" fmla="*/ 471 h 1450"/>
                <a:gd name="T46" fmla="*/ 16 w 573"/>
                <a:gd name="T47" fmla="*/ 407 h 1450"/>
                <a:gd name="T48" fmla="*/ 28 w 573"/>
                <a:gd name="T49" fmla="*/ 349 h 1450"/>
                <a:gd name="T50" fmla="*/ 42 w 573"/>
                <a:gd name="T51" fmla="*/ 296 h 1450"/>
                <a:gd name="T52" fmla="*/ 56 w 573"/>
                <a:gd name="T53" fmla="*/ 248 h 1450"/>
                <a:gd name="T54" fmla="*/ 73 w 573"/>
                <a:gd name="T55" fmla="*/ 206 h 1450"/>
                <a:gd name="T56" fmla="*/ 96 w 573"/>
                <a:gd name="T57" fmla="*/ 153 h 1450"/>
                <a:gd name="T58" fmla="*/ 110 w 573"/>
                <a:gd name="T59" fmla="*/ 124 h 1450"/>
                <a:gd name="T60" fmla="*/ 129 w 573"/>
                <a:gd name="T61" fmla="*/ 91 h 1450"/>
                <a:gd name="T62" fmla="*/ 146 w 573"/>
                <a:gd name="T63" fmla="*/ 65 h 1450"/>
                <a:gd name="T64" fmla="*/ 425 w 573"/>
                <a:gd name="T65" fmla="*/ 0 h 1450"/>
                <a:gd name="T66" fmla="*/ 347 w 573"/>
                <a:gd name="T67" fmla="*/ 255 h 1450"/>
                <a:gd name="T68" fmla="*/ 334 w 573"/>
                <a:gd name="T69" fmla="*/ 297 h 1450"/>
                <a:gd name="T70" fmla="*/ 313 w 573"/>
                <a:gd name="T71" fmla="*/ 370 h 1450"/>
                <a:gd name="T72" fmla="*/ 299 w 573"/>
                <a:gd name="T73" fmla="*/ 433 h 1450"/>
                <a:gd name="T74" fmla="*/ 289 w 573"/>
                <a:gd name="T75" fmla="*/ 484 h 1450"/>
                <a:gd name="T76" fmla="*/ 284 w 573"/>
                <a:gd name="T77" fmla="*/ 518 h 1450"/>
                <a:gd name="T78" fmla="*/ 277 w 573"/>
                <a:gd name="T79" fmla="*/ 571 h 1450"/>
                <a:gd name="T80" fmla="*/ 275 w 573"/>
                <a:gd name="T81" fmla="*/ 605 h 1450"/>
                <a:gd name="T82" fmla="*/ 274 w 573"/>
                <a:gd name="T83" fmla="*/ 654 h 1450"/>
                <a:gd name="T84" fmla="*/ 276 w 573"/>
                <a:gd name="T85" fmla="*/ 684 h 1450"/>
                <a:gd name="T86" fmla="*/ 282 w 573"/>
                <a:gd name="T87" fmla="*/ 724 h 1450"/>
                <a:gd name="T88" fmla="*/ 287 w 573"/>
                <a:gd name="T89" fmla="*/ 750 h 1450"/>
                <a:gd name="T90" fmla="*/ 302 w 573"/>
                <a:gd name="T91" fmla="*/ 801 h 1450"/>
                <a:gd name="T92" fmla="*/ 320 w 573"/>
                <a:gd name="T93" fmla="*/ 851 h 1450"/>
                <a:gd name="T94" fmla="*/ 331 w 573"/>
                <a:gd name="T95" fmla="*/ 876 h 1450"/>
                <a:gd name="T96" fmla="*/ 354 w 573"/>
                <a:gd name="T97" fmla="*/ 922 h 1450"/>
                <a:gd name="T98" fmla="*/ 379 w 573"/>
                <a:gd name="T99" fmla="*/ 968 h 1450"/>
                <a:gd name="T100" fmla="*/ 405 w 573"/>
                <a:gd name="T101" fmla="*/ 1010 h 1450"/>
                <a:gd name="T102" fmla="*/ 432 w 573"/>
                <a:gd name="T103" fmla="*/ 1049 h 1450"/>
                <a:gd name="T104" fmla="*/ 458 w 573"/>
                <a:gd name="T105" fmla="*/ 1085 h 1450"/>
                <a:gd name="T106" fmla="*/ 508 w 573"/>
                <a:gd name="T107" fmla="*/ 1145 h 1450"/>
                <a:gd name="T108" fmla="*/ 547 w 573"/>
                <a:gd name="T109" fmla="*/ 1188 h 1450"/>
                <a:gd name="T110" fmla="*/ 573 w 573"/>
                <a:gd name="T111" fmla="*/ 1214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73" h="1450">
                  <a:moveTo>
                    <a:pt x="573" y="1214"/>
                  </a:moveTo>
                  <a:lnTo>
                    <a:pt x="456" y="1450"/>
                  </a:lnTo>
                  <a:lnTo>
                    <a:pt x="439" y="1437"/>
                  </a:lnTo>
                  <a:lnTo>
                    <a:pt x="419" y="1422"/>
                  </a:lnTo>
                  <a:lnTo>
                    <a:pt x="394" y="1401"/>
                  </a:lnTo>
                  <a:lnTo>
                    <a:pt x="364" y="1375"/>
                  </a:lnTo>
                  <a:lnTo>
                    <a:pt x="347" y="1360"/>
                  </a:lnTo>
                  <a:lnTo>
                    <a:pt x="330" y="1343"/>
                  </a:lnTo>
                  <a:lnTo>
                    <a:pt x="310" y="1324"/>
                  </a:lnTo>
                  <a:lnTo>
                    <a:pt x="292" y="1305"/>
                  </a:lnTo>
                  <a:lnTo>
                    <a:pt x="272" y="1285"/>
                  </a:lnTo>
                  <a:lnTo>
                    <a:pt x="253" y="1264"/>
                  </a:lnTo>
                  <a:lnTo>
                    <a:pt x="233" y="1241"/>
                  </a:lnTo>
                  <a:lnTo>
                    <a:pt x="214" y="1217"/>
                  </a:lnTo>
                  <a:lnTo>
                    <a:pt x="193" y="1191"/>
                  </a:lnTo>
                  <a:lnTo>
                    <a:pt x="174" y="1165"/>
                  </a:lnTo>
                  <a:lnTo>
                    <a:pt x="165" y="1152"/>
                  </a:lnTo>
                  <a:lnTo>
                    <a:pt x="155" y="1138"/>
                  </a:lnTo>
                  <a:lnTo>
                    <a:pt x="137" y="1110"/>
                  </a:lnTo>
                  <a:lnTo>
                    <a:pt x="119" y="1081"/>
                  </a:lnTo>
                  <a:lnTo>
                    <a:pt x="111" y="1065"/>
                  </a:lnTo>
                  <a:lnTo>
                    <a:pt x="103" y="1050"/>
                  </a:lnTo>
                  <a:lnTo>
                    <a:pt x="87" y="1019"/>
                  </a:lnTo>
                  <a:lnTo>
                    <a:pt x="79" y="1003"/>
                  </a:lnTo>
                  <a:lnTo>
                    <a:pt x="72" y="987"/>
                  </a:lnTo>
                  <a:lnTo>
                    <a:pt x="57" y="954"/>
                  </a:lnTo>
                  <a:lnTo>
                    <a:pt x="45" y="919"/>
                  </a:lnTo>
                  <a:lnTo>
                    <a:pt x="39" y="902"/>
                  </a:lnTo>
                  <a:lnTo>
                    <a:pt x="34" y="884"/>
                  </a:lnTo>
                  <a:lnTo>
                    <a:pt x="29" y="867"/>
                  </a:lnTo>
                  <a:lnTo>
                    <a:pt x="24" y="849"/>
                  </a:lnTo>
                  <a:lnTo>
                    <a:pt x="20" y="831"/>
                  </a:lnTo>
                  <a:lnTo>
                    <a:pt x="17" y="812"/>
                  </a:lnTo>
                  <a:lnTo>
                    <a:pt x="14" y="793"/>
                  </a:lnTo>
                  <a:lnTo>
                    <a:pt x="11" y="774"/>
                  </a:lnTo>
                  <a:lnTo>
                    <a:pt x="6" y="732"/>
                  </a:lnTo>
                  <a:lnTo>
                    <a:pt x="4" y="712"/>
                  </a:lnTo>
                  <a:lnTo>
                    <a:pt x="3" y="692"/>
                  </a:lnTo>
                  <a:lnTo>
                    <a:pt x="2" y="671"/>
                  </a:lnTo>
                  <a:lnTo>
                    <a:pt x="1" y="651"/>
                  </a:lnTo>
                  <a:lnTo>
                    <a:pt x="0" y="613"/>
                  </a:lnTo>
                  <a:lnTo>
                    <a:pt x="0" y="576"/>
                  </a:lnTo>
                  <a:lnTo>
                    <a:pt x="1" y="557"/>
                  </a:lnTo>
                  <a:lnTo>
                    <a:pt x="2" y="539"/>
                  </a:lnTo>
                  <a:lnTo>
                    <a:pt x="4" y="504"/>
                  </a:lnTo>
                  <a:lnTo>
                    <a:pt x="8" y="471"/>
                  </a:lnTo>
                  <a:lnTo>
                    <a:pt x="12" y="439"/>
                  </a:lnTo>
                  <a:lnTo>
                    <a:pt x="16" y="407"/>
                  </a:lnTo>
                  <a:lnTo>
                    <a:pt x="22" y="377"/>
                  </a:lnTo>
                  <a:lnTo>
                    <a:pt x="28" y="349"/>
                  </a:lnTo>
                  <a:lnTo>
                    <a:pt x="35" y="322"/>
                  </a:lnTo>
                  <a:lnTo>
                    <a:pt x="42" y="296"/>
                  </a:lnTo>
                  <a:lnTo>
                    <a:pt x="49" y="271"/>
                  </a:lnTo>
                  <a:lnTo>
                    <a:pt x="56" y="248"/>
                  </a:lnTo>
                  <a:lnTo>
                    <a:pt x="65" y="226"/>
                  </a:lnTo>
                  <a:lnTo>
                    <a:pt x="73" y="206"/>
                  </a:lnTo>
                  <a:lnTo>
                    <a:pt x="88" y="169"/>
                  </a:lnTo>
                  <a:lnTo>
                    <a:pt x="96" y="153"/>
                  </a:lnTo>
                  <a:lnTo>
                    <a:pt x="103" y="137"/>
                  </a:lnTo>
                  <a:lnTo>
                    <a:pt x="110" y="124"/>
                  </a:lnTo>
                  <a:lnTo>
                    <a:pt x="117" y="111"/>
                  </a:lnTo>
                  <a:lnTo>
                    <a:pt x="129" y="91"/>
                  </a:lnTo>
                  <a:lnTo>
                    <a:pt x="138" y="77"/>
                  </a:lnTo>
                  <a:lnTo>
                    <a:pt x="146" y="65"/>
                  </a:lnTo>
                  <a:lnTo>
                    <a:pt x="82" y="0"/>
                  </a:lnTo>
                  <a:lnTo>
                    <a:pt x="425" y="0"/>
                  </a:lnTo>
                  <a:lnTo>
                    <a:pt x="429" y="323"/>
                  </a:lnTo>
                  <a:lnTo>
                    <a:pt x="347" y="255"/>
                  </a:lnTo>
                  <a:lnTo>
                    <a:pt x="344" y="266"/>
                  </a:lnTo>
                  <a:lnTo>
                    <a:pt x="334" y="297"/>
                  </a:lnTo>
                  <a:lnTo>
                    <a:pt x="320" y="343"/>
                  </a:lnTo>
                  <a:lnTo>
                    <a:pt x="313" y="370"/>
                  </a:lnTo>
                  <a:lnTo>
                    <a:pt x="306" y="400"/>
                  </a:lnTo>
                  <a:lnTo>
                    <a:pt x="299" y="433"/>
                  </a:lnTo>
                  <a:lnTo>
                    <a:pt x="292" y="467"/>
                  </a:lnTo>
                  <a:lnTo>
                    <a:pt x="289" y="484"/>
                  </a:lnTo>
                  <a:lnTo>
                    <a:pt x="286" y="501"/>
                  </a:lnTo>
                  <a:lnTo>
                    <a:pt x="284" y="518"/>
                  </a:lnTo>
                  <a:lnTo>
                    <a:pt x="281" y="535"/>
                  </a:lnTo>
                  <a:lnTo>
                    <a:pt x="277" y="571"/>
                  </a:lnTo>
                  <a:lnTo>
                    <a:pt x="276" y="588"/>
                  </a:lnTo>
                  <a:lnTo>
                    <a:pt x="275" y="605"/>
                  </a:lnTo>
                  <a:lnTo>
                    <a:pt x="274" y="638"/>
                  </a:lnTo>
                  <a:lnTo>
                    <a:pt x="274" y="654"/>
                  </a:lnTo>
                  <a:lnTo>
                    <a:pt x="275" y="670"/>
                  </a:lnTo>
                  <a:lnTo>
                    <a:pt x="276" y="684"/>
                  </a:lnTo>
                  <a:lnTo>
                    <a:pt x="278" y="697"/>
                  </a:lnTo>
                  <a:lnTo>
                    <a:pt x="282" y="724"/>
                  </a:lnTo>
                  <a:lnTo>
                    <a:pt x="284" y="737"/>
                  </a:lnTo>
                  <a:lnTo>
                    <a:pt x="287" y="750"/>
                  </a:lnTo>
                  <a:lnTo>
                    <a:pt x="294" y="775"/>
                  </a:lnTo>
                  <a:lnTo>
                    <a:pt x="302" y="801"/>
                  </a:lnTo>
                  <a:lnTo>
                    <a:pt x="310" y="827"/>
                  </a:lnTo>
                  <a:lnTo>
                    <a:pt x="320" y="851"/>
                  </a:lnTo>
                  <a:lnTo>
                    <a:pt x="325" y="864"/>
                  </a:lnTo>
                  <a:lnTo>
                    <a:pt x="331" y="876"/>
                  </a:lnTo>
                  <a:lnTo>
                    <a:pt x="342" y="899"/>
                  </a:lnTo>
                  <a:lnTo>
                    <a:pt x="354" y="922"/>
                  </a:lnTo>
                  <a:lnTo>
                    <a:pt x="366" y="946"/>
                  </a:lnTo>
                  <a:lnTo>
                    <a:pt x="379" y="968"/>
                  </a:lnTo>
                  <a:lnTo>
                    <a:pt x="392" y="989"/>
                  </a:lnTo>
                  <a:lnTo>
                    <a:pt x="405" y="1010"/>
                  </a:lnTo>
                  <a:lnTo>
                    <a:pt x="418" y="1030"/>
                  </a:lnTo>
                  <a:lnTo>
                    <a:pt x="432" y="1049"/>
                  </a:lnTo>
                  <a:lnTo>
                    <a:pt x="445" y="1068"/>
                  </a:lnTo>
                  <a:lnTo>
                    <a:pt x="458" y="1085"/>
                  </a:lnTo>
                  <a:lnTo>
                    <a:pt x="485" y="1117"/>
                  </a:lnTo>
                  <a:lnTo>
                    <a:pt x="508" y="1145"/>
                  </a:lnTo>
                  <a:lnTo>
                    <a:pt x="529" y="1169"/>
                  </a:lnTo>
                  <a:lnTo>
                    <a:pt x="547" y="1188"/>
                  </a:lnTo>
                  <a:lnTo>
                    <a:pt x="561" y="1202"/>
                  </a:lnTo>
                  <a:lnTo>
                    <a:pt x="573" y="1214"/>
                  </a:lnTo>
                  <a:close/>
                </a:path>
              </a:pathLst>
            </a:custGeom>
            <a:gradFill rotWithShape="1">
              <a:gsLst>
                <a:gs pos="0">
                  <a:srgbClr val="FF57CB"/>
                </a:gs>
                <a:gs pos="100000">
                  <a:srgbClr val="FF57CB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57CB"/>
              </a:extrusion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22" name="Group 20"/>
            <p:cNvGrpSpPr>
              <a:grpSpLocks/>
            </p:cNvGrpSpPr>
            <p:nvPr/>
          </p:nvGrpSpPr>
          <p:grpSpPr bwMode="auto">
            <a:xfrm>
              <a:off x="1779" y="2151"/>
              <a:ext cx="570" cy="1209"/>
              <a:chOff x="1827" y="1799"/>
              <a:chExt cx="570" cy="1209"/>
            </a:xfrm>
          </p:grpSpPr>
          <p:sp>
            <p:nvSpPr>
              <p:cNvPr id="23" name="Freeform 21"/>
              <p:cNvSpPr>
                <a:spLocks/>
              </p:cNvSpPr>
              <p:nvPr/>
            </p:nvSpPr>
            <p:spPr bwMode="black">
              <a:xfrm>
                <a:off x="2272" y="2999"/>
                <a:ext cx="7" cy="9"/>
              </a:xfrm>
              <a:custGeom>
                <a:avLst/>
                <a:gdLst>
                  <a:gd name="T0" fmla="*/ 7 w 7"/>
                  <a:gd name="T1" fmla="*/ 5 h 9"/>
                  <a:gd name="T2" fmla="*/ 5 w 7"/>
                  <a:gd name="T3" fmla="*/ 9 h 9"/>
                  <a:gd name="T4" fmla="*/ 1 w 7"/>
                  <a:gd name="T5" fmla="*/ 6 h 9"/>
                  <a:gd name="T6" fmla="*/ 6 w 7"/>
                  <a:gd name="T7" fmla="*/ 0 h 9"/>
                  <a:gd name="T8" fmla="*/ 0 w 7"/>
                  <a:gd name="T9" fmla="*/ 1 h 9"/>
                  <a:gd name="T10" fmla="*/ 7 w 7"/>
                  <a:gd name="T11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5"/>
                    </a:moveTo>
                    <a:lnTo>
                      <a:pt x="5" y="9"/>
                    </a:lnTo>
                    <a:lnTo>
                      <a:pt x="1" y="6"/>
                    </a:lnTo>
                    <a:lnTo>
                      <a:pt x="6" y="0"/>
                    </a:lnTo>
                    <a:lnTo>
                      <a:pt x="0" y="1"/>
                    </a:lnTo>
                    <a:lnTo>
                      <a:pt x="7" y="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black">
              <a:xfrm>
                <a:off x="1827" y="2325"/>
                <a:ext cx="7" cy="2"/>
              </a:xfrm>
              <a:custGeom>
                <a:avLst/>
                <a:gdLst>
                  <a:gd name="T0" fmla="*/ 0 w 7"/>
                  <a:gd name="T1" fmla="*/ 2 h 2"/>
                  <a:gd name="T2" fmla="*/ 0 w 7"/>
                  <a:gd name="T3" fmla="*/ 1 h 2"/>
                  <a:gd name="T4" fmla="*/ 7 w 7"/>
                  <a:gd name="T5" fmla="*/ 1 h 2"/>
                  <a:gd name="T6" fmla="*/ 7 w 7"/>
                  <a:gd name="T7" fmla="*/ 0 h 2"/>
                  <a:gd name="T8" fmla="*/ 0 w 7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">
                    <a:moveTo>
                      <a:pt x="0" y="2"/>
                    </a:moveTo>
                    <a:lnTo>
                      <a:pt x="0" y="1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5" name="Freeform 23"/>
              <p:cNvSpPr>
                <a:spLocks/>
              </p:cNvSpPr>
              <p:nvPr/>
            </p:nvSpPr>
            <p:spPr bwMode="black">
              <a:xfrm>
                <a:off x="2163" y="1799"/>
                <a:ext cx="8" cy="10"/>
              </a:xfrm>
              <a:custGeom>
                <a:avLst/>
                <a:gdLst>
                  <a:gd name="T0" fmla="*/ 6 w 8"/>
                  <a:gd name="T1" fmla="*/ 4 h 10"/>
                  <a:gd name="T2" fmla="*/ 2 w 8"/>
                  <a:gd name="T3" fmla="*/ 0 h 10"/>
                  <a:gd name="T4" fmla="*/ 0 w 8"/>
                  <a:gd name="T5" fmla="*/ 6 h 10"/>
                  <a:gd name="T6" fmla="*/ 8 w 8"/>
                  <a:gd name="T7" fmla="*/ 8 h 10"/>
                  <a:gd name="T8" fmla="*/ 1 w 8"/>
                  <a:gd name="T9" fmla="*/ 10 h 10"/>
                  <a:gd name="T10" fmla="*/ 6 w 8"/>
                  <a:gd name="T11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0">
                    <a:moveTo>
                      <a:pt x="6" y="4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8" y="8"/>
                    </a:lnTo>
                    <a:lnTo>
                      <a:pt x="1" y="10"/>
                    </a:lnTo>
                    <a:lnTo>
                      <a:pt x="6" y="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black">
              <a:xfrm>
                <a:off x="2091" y="2222"/>
                <a:ext cx="8" cy="1"/>
              </a:xfrm>
              <a:custGeom>
                <a:avLst/>
                <a:gdLst>
                  <a:gd name="T0" fmla="*/ 0 w 8"/>
                  <a:gd name="T1" fmla="*/ 0 h 1"/>
                  <a:gd name="T2" fmla="*/ 0 w 8"/>
                  <a:gd name="T3" fmla="*/ 1 h 1"/>
                  <a:gd name="T4" fmla="*/ 8 w 8"/>
                  <a:gd name="T5" fmla="*/ 0 h 1"/>
                  <a:gd name="T6" fmla="*/ 0 w 8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">
                    <a:moveTo>
                      <a:pt x="0" y="0"/>
                    </a:moveTo>
                    <a:lnTo>
                      <a:pt x="0" y="1"/>
                    </a:lnTo>
                    <a:lnTo>
                      <a:pt x="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7" name="Freeform 25"/>
              <p:cNvSpPr>
                <a:spLocks/>
              </p:cNvSpPr>
              <p:nvPr/>
            </p:nvSpPr>
            <p:spPr bwMode="black">
              <a:xfrm>
                <a:off x="2389" y="2764"/>
                <a:ext cx="8" cy="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1 h 5"/>
                  <a:gd name="T4" fmla="*/ 7 w 8"/>
                  <a:gd name="T5" fmla="*/ 4 h 5"/>
                  <a:gd name="T6" fmla="*/ 0 w 8"/>
                  <a:gd name="T7" fmla="*/ 0 h 5"/>
                  <a:gd name="T8" fmla="*/ 1 w 8"/>
                  <a:gd name="T9" fmla="*/ 5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lnTo>
                      <a:pt x="8" y="1"/>
                    </a:lnTo>
                    <a:lnTo>
                      <a:pt x="7" y="4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8" name="Freeform 26"/>
              <p:cNvSpPr>
                <a:spLocks noEditPoints="1"/>
              </p:cNvSpPr>
              <p:nvPr/>
            </p:nvSpPr>
            <p:spPr bwMode="black">
              <a:xfrm>
                <a:off x="1946" y="1897"/>
                <a:ext cx="119" cy="101"/>
              </a:xfrm>
              <a:custGeom>
                <a:avLst/>
                <a:gdLst>
                  <a:gd name="T0" fmla="*/ 23 w 119"/>
                  <a:gd name="T1" fmla="*/ 12 h 101"/>
                  <a:gd name="T2" fmla="*/ 55 w 119"/>
                  <a:gd name="T3" fmla="*/ 50 h 101"/>
                  <a:gd name="T4" fmla="*/ 49 w 119"/>
                  <a:gd name="T5" fmla="*/ 63 h 101"/>
                  <a:gd name="T6" fmla="*/ 44 w 119"/>
                  <a:gd name="T7" fmla="*/ 68 h 101"/>
                  <a:gd name="T8" fmla="*/ 38 w 119"/>
                  <a:gd name="T9" fmla="*/ 70 h 101"/>
                  <a:gd name="T10" fmla="*/ 19 w 119"/>
                  <a:gd name="T11" fmla="*/ 67 h 101"/>
                  <a:gd name="T12" fmla="*/ 5 w 119"/>
                  <a:gd name="T13" fmla="*/ 65 h 101"/>
                  <a:gd name="T14" fmla="*/ 3 w 119"/>
                  <a:gd name="T15" fmla="*/ 79 h 101"/>
                  <a:gd name="T16" fmla="*/ 11 w 119"/>
                  <a:gd name="T17" fmla="*/ 79 h 101"/>
                  <a:gd name="T18" fmla="*/ 28 w 119"/>
                  <a:gd name="T19" fmla="*/ 82 h 101"/>
                  <a:gd name="T20" fmla="*/ 41 w 119"/>
                  <a:gd name="T21" fmla="*/ 83 h 101"/>
                  <a:gd name="T22" fmla="*/ 46 w 119"/>
                  <a:gd name="T23" fmla="*/ 81 h 101"/>
                  <a:gd name="T24" fmla="*/ 51 w 119"/>
                  <a:gd name="T25" fmla="*/ 76 h 101"/>
                  <a:gd name="T26" fmla="*/ 52 w 119"/>
                  <a:gd name="T27" fmla="*/ 77 h 101"/>
                  <a:gd name="T28" fmla="*/ 53 w 119"/>
                  <a:gd name="T29" fmla="*/ 86 h 101"/>
                  <a:gd name="T30" fmla="*/ 57 w 119"/>
                  <a:gd name="T31" fmla="*/ 93 h 101"/>
                  <a:gd name="T32" fmla="*/ 60 w 119"/>
                  <a:gd name="T33" fmla="*/ 96 h 101"/>
                  <a:gd name="T34" fmla="*/ 68 w 119"/>
                  <a:gd name="T35" fmla="*/ 100 h 101"/>
                  <a:gd name="T36" fmla="*/ 81 w 119"/>
                  <a:gd name="T37" fmla="*/ 101 h 101"/>
                  <a:gd name="T38" fmla="*/ 89 w 119"/>
                  <a:gd name="T39" fmla="*/ 99 h 101"/>
                  <a:gd name="T40" fmla="*/ 94 w 119"/>
                  <a:gd name="T41" fmla="*/ 95 h 101"/>
                  <a:gd name="T42" fmla="*/ 99 w 119"/>
                  <a:gd name="T43" fmla="*/ 88 h 101"/>
                  <a:gd name="T44" fmla="*/ 105 w 119"/>
                  <a:gd name="T45" fmla="*/ 72 h 101"/>
                  <a:gd name="T46" fmla="*/ 27 w 119"/>
                  <a:gd name="T47" fmla="*/ 0 h 101"/>
                  <a:gd name="T48" fmla="*/ 104 w 119"/>
                  <a:gd name="T49" fmla="*/ 39 h 101"/>
                  <a:gd name="T50" fmla="*/ 92 w 119"/>
                  <a:gd name="T51" fmla="*/ 76 h 101"/>
                  <a:gd name="T52" fmla="*/ 87 w 119"/>
                  <a:gd name="T53" fmla="*/ 84 h 101"/>
                  <a:gd name="T54" fmla="*/ 81 w 119"/>
                  <a:gd name="T55" fmla="*/ 88 h 101"/>
                  <a:gd name="T56" fmla="*/ 72 w 119"/>
                  <a:gd name="T57" fmla="*/ 87 h 101"/>
                  <a:gd name="T58" fmla="*/ 64 w 119"/>
                  <a:gd name="T59" fmla="*/ 82 h 101"/>
                  <a:gd name="T60" fmla="*/ 61 w 119"/>
                  <a:gd name="T61" fmla="*/ 75 h 101"/>
                  <a:gd name="T62" fmla="*/ 62 w 119"/>
                  <a:gd name="T63" fmla="*/ 65 h 101"/>
                  <a:gd name="T64" fmla="*/ 65 w 119"/>
                  <a:gd name="T65" fmla="*/ 5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01">
                    <a:moveTo>
                      <a:pt x="27" y="0"/>
                    </a:moveTo>
                    <a:lnTo>
                      <a:pt x="23" y="12"/>
                    </a:lnTo>
                    <a:lnTo>
                      <a:pt x="63" y="25"/>
                    </a:lnTo>
                    <a:lnTo>
                      <a:pt x="55" y="50"/>
                    </a:lnTo>
                    <a:lnTo>
                      <a:pt x="51" y="59"/>
                    </a:lnTo>
                    <a:lnTo>
                      <a:pt x="49" y="63"/>
                    </a:lnTo>
                    <a:lnTo>
                      <a:pt x="47" y="65"/>
                    </a:lnTo>
                    <a:lnTo>
                      <a:pt x="44" y="68"/>
                    </a:lnTo>
                    <a:lnTo>
                      <a:pt x="41" y="70"/>
                    </a:lnTo>
                    <a:lnTo>
                      <a:pt x="38" y="70"/>
                    </a:lnTo>
                    <a:lnTo>
                      <a:pt x="34" y="70"/>
                    </a:lnTo>
                    <a:lnTo>
                      <a:pt x="19" y="67"/>
                    </a:lnTo>
                    <a:lnTo>
                      <a:pt x="11" y="65"/>
                    </a:lnTo>
                    <a:lnTo>
                      <a:pt x="5" y="65"/>
                    </a:lnTo>
                    <a:lnTo>
                      <a:pt x="0" y="79"/>
                    </a:lnTo>
                    <a:lnTo>
                      <a:pt x="3" y="79"/>
                    </a:lnTo>
                    <a:lnTo>
                      <a:pt x="7" y="79"/>
                    </a:lnTo>
                    <a:lnTo>
                      <a:pt x="11" y="79"/>
                    </a:lnTo>
                    <a:lnTo>
                      <a:pt x="15" y="80"/>
                    </a:lnTo>
                    <a:lnTo>
                      <a:pt x="28" y="82"/>
                    </a:lnTo>
                    <a:lnTo>
                      <a:pt x="37" y="83"/>
                    </a:lnTo>
                    <a:lnTo>
                      <a:pt x="41" y="83"/>
                    </a:lnTo>
                    <a:lnTo>
                      <a:pt x="44" y="82"/>
                    </a:lnTo>
                    <a:lnTo>
                      <a:pt x="46" y="81"/>
                    </a:lnTo>
                    <a:lnTo>
                      <a:pt x="49" y="79"/>
                    </a:lnTo>
                    <a:lnTo>
                      <a:pt x="51" y="76"/>
                    </a:lnTo>
                    <a:lnTo>
                      <a:pt x="52" y="72"/>
                    </a:lnTo>
                    <a:lnTo>
                      <a:pt x="52" y="77"/>
                    </a:lnTo>
                    <a:lnTo>
                      <a:pt x="52" y="82"/>
                    </a:lnTo>
                    <a:lnTo>
                      <a:pt x="53" y="86"/>
                    </a:lnTo>
                    <a:lnTo>
                      <a:pt x="55" y="90"/>
                    </a:lnTo>
                    <a:lnTo>
                      <a:pt x="57" y="93"/>
                    </a:lnTo>
                    <a:lnTo>
                      <a:pt x="58" y="94"/>
                    </a:lnTo>
                    <a:lnTo>
                      <a:pt x="60" y="96"/>
                    </a:lnTo>
                    <a:lnTo>
                      <a:pt x="63" y="98"/>
                    </a:lnTo>
                    <a:lnTo>
                      <a:pt x="68" y="100"/>
                    </a:lnTo>
                    <a:lnTo>
                      <a:pt x="75" y="101"/>
                    </a:lnTo>
                    <a:lnTo>
                      <a:pt x="81" y="101"/>
                    </a:lnTo>
                    <a:lnTo>
                      <a:pt x="87" y="100"/>
                    </a:lnTo>
                    <a:lnTo>
                      <a:pt x="89" y="99"/>
                    </a:lnTo>
                    <a:lnTo>
                      <a:pt x="92" y="97"/>
                    </a:lnTo>
                    <a:lnTo>
                      <a:pt x="94" y="95"/>
                    </a:lnTo>
                    <a:lnTo>
                      <a:pt x="96" y="93"/>
                    </a:lnTo>
                    <a:lnTo>
                      <a:pt x="99" y="88"/>
                    </a:lnTo>
                    <a:lnTo>
                      <a:pt x="102" y="81"/>
                    </a:lnTo>
                    <a:lnTo>
                      <a:pt x="105" y="72"/>
                    </a:lnTo>
                    <a:lnTo>
                      <a:pt x="119" y="31"/>
                    </a:lnTo>
                    <a:lnTo>
                      <a:pt x="27" y="0"/>
                    </a:lnTo>
                    <a:close/>
                    <a:moveTo>
                      <a:pt x="75" y="29"/>
                    </a:moveTo>
                    <a:lnTo>
                      <a:pt x="104" y="39"/>
                    </a:lnTo>
                    <a:lnTo>
                      <a:pt x="96" y="63"/>
                    </a:lnTo>
                    <a:lnTo>
                      <a:pt x="92" y="76"/>
                    </a:lnTo>
                    <a:lnTo>
                      <a:pt x="89" y="80"/>
                    </a:lnTo>
                    <a:lnTo>
                      <a:pt x="87" y="84"/>
                    </a:lnTo>
                    <a:lnTo>
                      <a:pt x="84" y="86"/>
                    </a:lnTo>
                    <a:lnTo>
                      <a:pt x="81" y="88"/>
                    </a:lnTo>
                    <a:lnTo>
                      <a:pt x="77" y="88"/>
                    </a:lnTo>
                    <a:lnTo>
                      <a:pt x="72" y="87"/>
                    </a:lnTo>
                    <a:lnTo>
                      <a:pt x="67" y="85"/>
                    </a:lnTo>
                    <a:lnTo>
                      <a:pt x="64" y="82"/>
                    </a:lnTo>
                    <a:lnTo>
                      <a:pt x="62" y="79"/>
                    </a:lnTo>
                    <a:lnTo>
                      <a:pt x="61" y="75"/>
                    </a:lnTo>
                    <a:lnTo>
                      <a:pt x="61" y="71"/>
                    </a:lnTo>
                    <a:lnTo>
                      <a:pt x="62" y="65"/>
                    </a:lnTo>
                    <a:lnTo>
                      <a:pt x="63" y="59"/>
                    </a:lnTo>
                    <a:lnTo>
                      <a:pt x="65" y="53"/>
                    </a:lnTo>
                    <a:lnTo>
                      <a:pt x="75" y="2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9" name="Freeform 27"/>
              <p:cNvSpPr>
                <a:spLocks noEditPoints="1"/>
              </p:cNvSpPr>
              <p:nvPr/>
            </p:nvSpPr>
            <p:spPr bwMode="black">
              <a:xfrm>
                <a:off x="1932" y="2011"/>
                <a:ext cx="70" cy="73"/>
              </a:xfrm>
              <a:custGeom>
                <a:avLst/>
                <a:gdLst>
                  <a:gd name="T0" fmla="*/ 19 w 70"/>
                  <a:gd name="T1" fmla="*/ 55 h 73"/>
                  <a:gd name="T2" fmla="*/ 14 w 70"/>
                  <a:gd name="T3" fmla="*/ 52 h 73"/>
                  <a:gd name="T4" fmla="*/ 11 w 70"/>
                  <a:gd name="T5" fmla="*/ 47 h 73"/>
                  <a:gd name="T6" fmla="*/ 9 w 70"/>
                  <a:gd name="T7" fmla="*/ 41 h 73"/>
                  <a:gd name="T8" fmla="*/ 9 w 70"/>
                  <a:gd name="T9" fmla="*/ 33 h 73"/>
                  <a:gd name="T10" fmla="*/ 13 w 70"/>
                  <a:gd name="T11" fmla="*/ 23 h 73"/>
                  <a:gd name="T12" fmla="*/ 19 w 70"/>
                  <a:gd name="T13" fmla="*/ 17 h 73"/>
                  <a:gd name="T14" fmla="*/ 27 w 70"/>
                  <a:gd name="T15" fmla="*/ 13 h 73"/>
                  <a:gd name="T16" fmla="*/ 37 w 70"/>
                  <a:gd name="T17" fmla="*/ 13 h 73"/>
                  <a:gd name="T18" fmla="*/ 30 w 70"/>
                  <a:gd name="T19" fmla="*/ 72 h 73"/>
                  <a:gd name="T20" fmla="*/ 41 w 70"/>
                  <a:gd name="T21" fmla="*/ 73 h 73"/>
                  <a:gd name="T22" fmla="*/ 48 w 70"/>
                  <a:gd name="T23" fmla="*/ 72 h 73"/>
                  <a:gd name="T24" fmla="*/ 54 w 70"/>
                  <a:gd name="T25" fmla="*/ 70 h 73"/>
                  <a:gd name="T26" fmla="*/ 59 w 70"/>
                  <a:gd name="T27" fmla="*/ 66 h 73"/>
                  <a:gd name="T28" fmla="*/ 63 w 70"/>
                  <a:gd name="T29" fmla="*/ 61 h 73"/>
                  <a:gd name="T30" fmla="*/ 68 w 70"/>
                  <a:gd name="T31" fmla="*/ 52 h 73"/>
                  <a:gd name="T32" fmla="*/ 70 w 70"/>
                  <a:gd name="T33" fmla="*/ 36 h 73"/>
                  <a:gd name="T34" fmla="*/ 69 w 70"/>
                  <a:gd name="T35" fmla="*/ 25 h 73"/>
                  <a:gd name="T36" fmla="*/ 66 w 70"/>
                  <a:gd name="T37" fmla="*/ 18 h 73"/>
                  <a:gd name="T38" fmla="*/ 63 w 70"/>
                  <a:gd name="T39" fmla="*/ 13 h 73"/>
                  <a:gd name="T40" fmla="*/ 55 w 70"/>
                  <a:gd name="T41" fmla="*/ 6 h 73"/>
                  <a:gd name="T42" fmla="*/ 41 w 70"/>
                  <a:gd name="T43" fmla="*/ 1 h 73"/>
                  <a:gd name="T44" fmla="*/ 26 w 70"/>
                  <a:gd name="T45" fmla="*/ 1 h 73"/>
                  <a:gd name="T46" fmla="*/ 20 w 70"/>
                  <a:gd name="T47" fmla="*/ 3 h 73"/>
                  <a:gd name="T48" fmla="*/ 15 w 70"/>
                  <a:gd name="T49" fmla="*/ 6 h 73"/>
                  <a:gd name="T50" fmla="*/ 10 w 70"/>
                  <a:gd name="T51" fmla="*/ 10 h 73"/>
                  <a:gd name="T52" fmla="*/ 4 w 70"/>
                  <a:gd name="T53" fmla="*/ 19 h 73"/>
                  <a:gd name="T54" fmla="*/ 1 w 70"/>
                  <a:gd name="T55" fmla="*/ 31 h 73"/>
                  <a:gd name="T56" fmla="*/ 0 w 70"/>
                  <a:gd name="T57" fmla="*/ 45 h 73"/>
                  <a:gd name="T58" fmla="*/ 1 w 70"/>
                  <a:gd name="T59" fmla="*/ 50 h 73"/>
                  <a:gd name="T60" fmla="*/ 5 w 70"/>
                  <a:gd name="T61" fmla="*/ 60 h 73"/>
                  <a:gd name="T62" fmla="*/ 12 w 70"/>
                  <a:gd name="T63" fmla="*/ 67 h 73"/>
                  <a:gd name="T64" fmla="*/ 45 w 70"/>
                  <a:gd name="T65" fmla="*/ 15 h 73"/>
                  <a:gd name="T66" fmla="*/ 53 w 70"/>
                  <a:gd name="T67" fmla="*/ 19 h 73"/>
                  <a:gd name="T68" fmla="*/ 58 w 70"/>
                  <a:gd name="T69" fmla="*/ 25 h 73"/>
                  <a:gd name="T70" fmla="*/ 61 w 70"/>
                  <a:gd name="T71" fmla="*/ 32 h 73"/>
                  <a:gd name="T72" fmla="*/ 61 w 70"/>
                  <a:gd name="T73" fmla="*/ 41 h 73"/>
                  <a:gd name="T74" fmla="*/ 58 w 70"/>
                  <a:gd name="T75" fmla="*/ 51 h 73"/>
                  <a:gd name="T76" fmla="*/ 53 w 70"/>
                  <a:gd name="T77" fmla="*/ 57 h 73"/>
                  <a:gd name="T78" fmla="*/ 46 w 70"/>
                  <a:gd name="T79" fmla="*/ 60 h 73"/>
                  <a:gd name="T80" fmla="*/ 40 w 70"/>
                  <a:gd name="T81" fmla="*/ 61 h 73"/>
                  <a:gd name="T82" fmla="*/ 37 w 70"/>
                  <a:gd name="T83" fmla="*/ 6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70" h="73">
                    <a:moveTo>
                      <a:pt x="17" y="69"/>
                    </a:moveTo>
                    <a:lnTo>
                      <a:pt x="19" y="55"/>
                    </a:lnTo>
                    <a:lnTo>
                      <a:pt x="16" y="54"/>
                    </a:lnTo>
                    <a:lnTo>
                      <a:pt x="14" y="52"/>
                    </a:lnTo>
                    <a:lnTo>
                      <a:pt x="12" y="50"/>
                    </a:lnTo>
                    <a:lnTo>
                      <a:pt x="11" y="47"/>
                    </a:lnTo>
                    <a:lnTo>
                      <a:pt x="10" y="44"/>
                    </a:lnTo>
                    <a:lnTo>
                      <a:pt x="9" y="41"/>
                    </a:lnTo>
                    <a:lnTo>
                      <a:pt x="9" y="37"/>
                    </a:lnTo>
                    <a:lnTo>
                      <a:pt x="9" y="33"/>
                    </a:lnTo>
                    <a:lnTo>
                      <a:pt x="11" y="28"/>
                    </a:lnTo>
                    <a:lnTo>
                      <a:pt x="13" y="23"/>
                    </a:lnTo>
                    <a:lnTo>
                      <a:pt x="15" y="20"/>
                    </a:lnTo>
                    <a:lnTo>
                      <a:pt x="19" y="17"/>
                    </a:lnTo>
                    <a:lnTo>
                      <a:pt x="22" y="15"/>
                    </a:lnTo>
                    <a:lnTo>
                      <a:pt x="27" y="13"/>
                    </a:lnTo>
                    <a:lnTo>
                      <a:pt x="31" y="13"/>
                    </a:lnTo>
                    <a:lnTo>
                      <a:pt x="37" y="13"/>
                    </a:lnTo>
                    <a:lnTo>
                      <a:pt x="26" y="72"/>
                    </a:lnTo>
                    <a:lnTo>
                      <a:pt x="30" y="72"/>
                    </a:lnTo>
                    <a:lnTo>
                      <a:pt x="38" y="73"/>
                    </a:lnTo>
                    <a:lnTo>
                      <a:pt x="41" y="73"/>
                    </a:lnTo>
                    <a:lnTo>
                      <a:pt x="45" y="73"/>
                    </a:lnTo>
                    <a:lnTo>
                      <a:pt x="48" y="72"/>
                    </a:lnTo>
                    <a:lnTo>
                      <a:pt x="51" y="71"/>
                    </a:lnTo>
                    <a:lnTo>
                      <a:pt x="54" y="70"/>
                    </a:lnTo>
                    <a:lnTo>
                      <a:pt x="56" y="68"/>
                    </a:lnTo>
                    <a:lnTo>
                      <a:pt x="59" y="66"/>
                    </a:lnTo>
                    <a:lnTo>
                      <a:pt x="61" y="64"/>
                    </a:lnTo>
                    <a:lnTo>
                      <a:pt x="63" y="61"/>
                    </a:lnTo>
                    <a:lnTo>
                      <a:pt x="65" y="59"/>
                    </a:lnTo>
                    <a:lnTo>
                      <a:pt x="68" y="52"/>
                    </a:lnTo>
                    <a:lnTo>
                      <a:pt x="69" y="44"/>
                    </a:lnTo>
                    <a:lnTo>
                      <a:pt x="70" y="36"/>
                    </a:lnTo>
                    <a:lnTo>
                      <a:pt x="70" y="28"/>
                    </a:lnTo>
                    <a:lnTo>
                      <a:pt x="69" y="25"/>
                    </a:lnTo>
                    <a:lnTo>
                      <a:pt x="68" y="22"/>
                    </a:lnTo>
                    <a:lnTo>
                      <a:pt x="66" y="18"/>
                    </a:lnTo>
                    <a:lnTo>
                      <a:pt x="65" y="15"/>
                    </a:lnTo>
                    <a:lnTo>
                      <a:pt x="63" y="13"/>
                    </a:lnTo>
                    <a:lnTo>
                      <a:pt x="60" y="10"/>
                    </a:lnTo>
                    <a:lnTo>
                      <a:pt x="55" y="6"/>
                    </a:lnTo>
                    <a:lnTo>
                      <a:pt x="48" y="3"/>
                    </a:lnTo>
                    <a:lnTo>
                      <a:pt x="41" y="1"/>
                    </a:lnTo>
                    <a:lnTo>
                      <a:pt x="33" y="0"/>
                    </a:lnTo>
                    <a:lnTo>
                      <a:pt x="26" y="1"/>
                    </a:lnTo>
                    <a:lnTo>
                      <a:pt x="23" y="2"/>
                    </a:lnTo>
                    <a:lnTo>
                      <a:pt x="20" y="3"/>
                    </a:lnTo>
                    <a:lnTo>
                      <a:pt x="17" y="4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10" y="10"/>
                    </a:lnTo>
                    <a:lnTo>
                      <a:pt x="6" y="16"/>
                    </a:lnTo>
                    <a:lnTo>
                      <a:pt x="4" y="19"/>
                    </a:lnTo>
                    <a:lnTo>
                      <a:pt x="3" y="23"/>
                    </a:lnTo>
                    <a:lnTo>
                      <a:pt x="1" y="31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0" y="48"/>
                    </a:lnTo>
                    <a:lnTo>
                      <a:pt x="1" y="50"/>
                    </a:lnTo>
                    <a:lnTo>
                      <a:pt x="2" y="55"/>
                    </a:lnTo>
                    <a:lnTo>
                      <a:pt x="5" y="60"/>
                    </a:lnTo>
                    <a:lnTo>
                      <a:pt x="8" y="64"/>
                    </a:lnTo>
                    <a:lnTo>
                      <a:pt x="12" y="67"/>
                    </a:lnTo>
                    <a:lnTo>
                      <a:pt x="17" y="69"/>
                    </a:lnTo>
                    <a:close/>
                    <a:moveTo>
                      <a:pt x="45" y="15"/>
                    </a:moveTo>
                    <a:lnTo>
                      <a:pt x="49" y="17"/>
                    </a:lnTo>
                    <a:lnTo>
                      <a:pt x="53" y="19"/>
                    </a:lnTo>
                    <a:lnTo>
                      <a:pt x="56" y="21"/>
                    </a:lnTo>
                    <a:lnTo>
                      <a:pt x="58" y="25"/>
                    </a:lnTo>
                    <a:lnTo>
                      <a:pt x="60" y="28"/>
                    </a:lnTo>
                    <a:lnTo>
                      <a:pt x="61" y="32"/>
                    </a:lnTo>
                    <a:lnTo>
                      <a:pt x="62" y="37"/>
                    </a:lnTo>
                    <a:lnTo>
                      <a:pt x="61" y="41"/>
                    </a:lnTo>
                    <a:lnTo>
                      <a:pt x="60" y="46"/>
                    </a:lnTo>
                    <a:lnTo>
                      <a:pt x="58" y="51"/>
                    </a:lnTo>
                    <a:lnTo>
                      <a:pt x="56" y="54"/>
                    </a:lnTo>
                    <a:lnTo>
                      <a:pt x="53" y="57"/>
                    </a:lnTo>
                    <a:lnTo>
                      <a:pt x="50" y="59"/>
                    </a:lnTo>
                    <a:lnTo>
                      <a:pt x="46" y="60"/>
                    </a:lnTo>
                    <a:lnTo>
                      <a:pt x="42" y="61"/>
                    </a:lnTo>
                    <a:lnTo>
                      <a:pt x="40" y="61"/>
                    </a:lnTo>
                    <a:lnTo>
                      <a:pt x="38" y="60"/>
                    </a:lnTo>
                    <a:lnTo>
                      <a:pt x="37" y="60"/>
                    </a:lnTo>
                    <a:lnTo>
                      <a:pt x="45" y="1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black">
              <a:xfrm>
                <a:off x="1924" y="2101"/>
                <a:ext cx="69" cy="83"/>
              </a:xfrm>
              <a:custGeom>
                <a:avLst/>
                <a:gdLst>
                  <a:gd name="T0" fmla="*/ 1 w 69"/>
                  <a:gd name="T1" fmla="*/ 30 h 83"/>
                  <a:gd name="T2" fmla="*/ 0 w 69"/>
                  <a:gd name="T3" fmla="*/ 46 h 83"/>
                  <a:gd name="T4" fmla="*/ 65 w 69"/>
                  <a:gd name="T5" fmla="*/ 83 h 83"/>
                  <a:gd name="T6" fmla="*/ 65 w 69"/>
                  <a:gd name="T7" fmla="*/ 70 h 83"/>
                  <a:gd name="T8" fmla="*/ 11 w 69"/>
                  <a:gd name="T9" fmla="*/ 39 h 83"/>
                  <a:gd name="T10" fmla="*/ 68 w 69"/>
                  <a:gd name="T11" fmla="*/ 14 h 83"/>
                  <a:gd name="T12" fmla="*/ 69 w 69"/>
                  <a:gd name="T13" fmla="*/ 0 h 83"/>
                  <a:gd name="T14" fmla="*/ 1 w 69"/>
                  <a:gd name="T15" fmla="*/ 3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83">
                    <a:moveTo>
                      <a:pt x="1" y="30"/>
                    </a:moveTo>
                    <a:lnTo>
                      <a:pt x="0" y="46"/>
                    </a:lnTo>
                    <a:lnTo>
                      <a:pt x="65" y="83"/>
                    </a:lnTo>
                    <a:lnTo>
                      <a:pt x="65" y="70"/>
                    </a:lnTo>
                    <a:lnTo>
                      <a:pt x="11" y="39"/>
                    </a:lnTo>
                    <a:lnTo>
                      <a:pt x="68" y="14"/>
                    </a:lnTo>
                    <a:lnTo>
                      <a:pt x="69" y="0"/>
                    </a:lnTo>
                    <a:lnTo>
                      <a:pt x="1" y="3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1" name="Freeform 29"/>
              <p:cNvSpPr>
                <a:spLocks noEditPoints="1"/>
              </p:cNvSpPr>
              <p:nvPr/>
            </p:nvSpPr>
            <p:spPr bwMode="black">
              <a:xfrm>
                <a:off x="1923" y="2201"/>
                <a:ext cx="97" cy="14"/>
              </a:xfrm>
              <a:custGeom>
                <a:avLst/>
                <a:gdLst>
                  <a:gd name="T0" fmla="*/ 97 w 97"/>
                  <a:gd name="T1" fmla="*/ 13 h 14"/>
                  <a:gd name="T2" fmla="*/ 97 w 97"/>
                  <a:gd name="T3" fmla="*/ 0 h 14"/>
                  <a:gd name="T4" fmla="*/ 82 w 97"/>
                  <a:gd name="T5" fmla="*/ 0 h 14"/>
                  <a:gd name="T6" fmla="*/ 82 w 97"/>
                  <a:gd name="T7" fmla="*/ 13 h 14"/>
                  <a:gd name="T8" fmla="*/ 97 w 97"/>
                  <a:gd name="T9" fmla="*/ 13 h 14"/>
                  <a:gd name="T10" fmla="*/ 0 w 97"/>
                  <a:gd name="T11" fmla="*/ 1 h 14"/>
                  <a:gd name="T12" fmla="*/ 0 w 97"/>
                  <a:gd name="T13" fmla="*/ 14 h 14"/>
                  <a:gd name="T14" fmla="*/ 67 w 97"/>
                  <a:gd name="T15" fmla="*/ 13 h 14"/>
                  <a:gd name="T16" fmla="*/ 67 w 97"/>
                  <a:gd name="T17" fmla="*/ 0 h 14"/>
                  <a:gd name="T18" fmla="*/ 0 w 97"/>
                  <a:gd name="T19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" h="14">
                    <a:moveTo>
                      <a:pt x="97" y="13"/>
                    </a:moveTo>
                    <a:lnTo>
                      <a:pt x="97" y="0"/>
                    </a:lnTo>
                    <a:lnTo>
                      <a:pt x="82" y="0"/>
                    </a:lnTo>
                    <a:lnTo>
                      <a:pt x="82" y="13"/>
                    </a:lnTo>
                    <a:lnTo>
                      <a:pt x="97" y="13"/>
                    </a:lnTo>
                    <a:close/>
                    <a:moveTo>
                      <a:pt x="0" y="1"/>
                    </a:moveTo>
                    <a:lnTo>
                      <a:pt x="0" y="14"/>
                    </a:lnTo>
                    <a:lnTo>
                      <a:pt x="67" y="13"/>
                    </a:lnTo>
                    <a:lnTo>
                      <a:pt x="67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2" name="Freeform 30"/>
              <p:cNvSpPr>
                <a:spLocks noEditPoints="1"/>
              </p:cNvSpPr>
              <p:nvPr/>
            </p:nvSpPr>
            <p:spPr bwMode="black">
              <a:xfrm>
                <a:off x="1927" y="2244"/>
                <a:ext cx="71" cy="73"/>
              </a:xfrm>
              <a:custGeom>
                <a:avLst/>
                <a:gdLst>
                  <a:gd name="T0" fmla="*/ 26 w 71"/>
                  <a:gd name="T1" fmla="*/ 59 h 73"/>
                  <a:gd name="T2" fmla="*/ 20 w 71"/>
                  <a:gd name="T3" fmla="*/ 58 h 73"/>
                  <a:gd name="T4" fmla="*/ 15 w 71"/>
                  <a:gd name="T5" fmla="*/ 55 h 73"/>
                  <a:gd name="T6" fmla="*/ 11 w 71"/>
                  <a:gd name="T7" fmla="*/ 45 h 73"/>
                  <a:gd name="T8" fmla="*/ 9 w 71"/>
                  <a:gd name="T9" fmla="*/ 38 h 73"/>
                  <a:gd name="T10" fmla="*/ 10 w 71"/>
                  <a:gd name="T11" fmla="*/ 31 h 73"/>
                  <a:gd name="T12" fmla="*/ 13 w 71"/>
                  <a:gd name="T13" fmla="*/ 23 h 73"/>
                  <a:gd name="T14" fmla="*/ 16 w 71"/>
                  <a:gd name="T15" fmla="*/ 20 h 73"/>
                  <a:gd name="T16" fmla="*/ 24 w 71"/>
                  <a:gd name="T17" fmla="*/ 15 h 73"/>
                  <a:gd name="T18" fmla="*/ 38 w 71"/>
                  <a:gd name="T19" fmla="*/ 73 h 73"/>
                  <a:gd name="T20" fmla="*/ 49 w 71"/>
                  <a:gd name="T21" fmla="*/ 71 h 73"/>
                  <a:gd name="T22" fmla="*/ 55 w 71"/>
                  <a:gd name="T23" fmla="*/ 68 h 73"/>
                  <a:gd name="T24" fmla="*/ 63 w 71"/>
                  <a:gd name="T25" fmla="*/ 62 h 73"/>
                  <a:gd name="T26" fmla="*/ 67 w 71"/>
                  <a:gd name="T27" fmla="*/ 57 h 73"/>
                  <a:gd name="T28" fmla="*/ 70 w 71"/>
                  <a:gd name="T29" fmla="*/ 48 h 73"/>
                  <a:gd name="T30" fmla="*/ 71 w 71"/>
                  <a:gd name="T31" fmla="*/ 41 h 73"/>
                  <a:gd name="T32" fmla="*/ 69 w 71"/>
                  <a:gd name="T33" fmla="*/ 25 h 73"/>
                  <a:gd name="T34" fmla="*/ 66 w 71"/>
                  <a:gd name="T35" fmla="*/ 18 h 73"/>
                  <a:gd name="T36" fmla="*/ 59 w 71"/>
                  <a:gd name="T37" fmla="*/ 10 h 73"/>
                  <a:gd name="T38" fmla="*/ 54 w 71"/>
                  <a:gd name="T39" fmla="*/ 5 h 73"/>
                  <a:gd name="T40" fmla="*/ 48 w 71"/>
                  <a:gd name="T41" fmla="*/ 2 h 73"/>
                  <a:gd name="T42" fmla="*/ 37 w 71"/>
                  <a:gd name="T43" fmla="*/ 0 h 73"/>
                  <a:gd name="T44" fmla="*/ 30 w 71"/>
                  <a:gd name="T45" fmla="*/ 1 h 73"/>
                  <a:gd name="T46" fmla="*/ 22 w 71"/>
                  <a:gd name="T47" fmla="*/ 3 h 73"/>
                  <a:gd name="T48" fmla="*/ 13 w 71"/>
                  <a:gd name="T49" fmla="*/ 7 h 73"/>
                  <a:gd name="T50" fmla="*/ 6 w 71"/>
                  <a:gd name="T51" fmla="*/ 14 h 73"/>
                  <a:gd name="T52" fmla="*/ 1 w 71"/>
                  <a:gd name="T53" fmla="*/ 26 h 73"/>
                  <a:gd name="T54" fmla="*/ 0 w 71"/>
                  <a:gd name="T55" fmla="*/ 33 h 73"/>
                  <a:gd name="T56" fmla="*/ 2 w 71"/>
                  <a:gd name="T57" fmla="*/ 49 h 73"/>
                  <a:gd name="T58" fmla="*/ 7 w 71"/>
                  <a:gd name="T59" fmla="*/ 60 h 73"/>
                  <a:gd name="T60" fmla="*/ 13 w 71"/>
                  <a:gd name="T61" fmla="*/ 68 h 73"/>
                  <a:gd name="T62" fmla="*/ 20 w 71"/>
                  <a:gd name="T63" fmla="*/ 72 h 73"/>
                  <a:gd name="T64" fmla="*/ 28 w 71"/>
                  <a:gd name="T65" fmla="*/ 73 h 73"/>
                  <a:gd name="T66" fmla="*/ 42 w 71"/>
                  <a:gd name="T67" fmla="*/ 13 h 73"/>
                  <a:gd name="T68" fmla="*/ 50 w 71"/>
                  <a:gd name="T69" fmla="*/ 16 h 73"/>
                  <a:gd name="T70" fmla="*/ 55 w 71"/>
                  <a:gd name="T71" fmla="*/ 19 h 73"/>
                  <a:gd name="T72" fmla="*/ 59 w 71"/>
                  <a:gd name="T73" fmla="*/ 24 h 73"/>
                  <a:gd name="T74" fmla="*/ 62 w 71"/>
                  <a:gd name="T75" fmla="*/ 33 h 73"/>
                  <a:gd name="T76" fmla="*/ 62 w 71"/>
                  <a:gd name="T77" fmla="*/ 43 h 73"/>
                  <a:gd name="T78" fmla="*/ 59 w 71"/>
                  <a:gd name="T79" fmla="*/ 51 h 73"/>
                  <a:gd name="T80" fmla="*/ 55 w 71"/>
                  <a:gd name="T81" fmla="*/ 55 h 73"/>
                  <a:gd name="T82" fmla="*/ 49 w 71"/>
                  <a:gd name="T83" fmla="*/ 57 h 73"/>
                  <a:gd name="T84" fmla="*/ 44 w 71"/>
                  <a:gd name="T85" fmla="*/ 59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1" h="73">
                    <a:moveTo>
                      <a:pt x="28" y="73"/>
                    </a:moveTo>
                    <a:lnTo>
                      <a:pt x="26" y="59"/>
                    </a:lnTo>
                    <a:lnTo>
                      <a:pt x="23" y="59"/>
                    </a:lnTo>
                    <a:lnTo>
                      <a:pt x="20" y="58"/>
                    </a:lnTo>
                    <a:lnTo>
                      <a:pt x="17" y="57"/>
                    </a:lnTo>
                    <a:lnTo>
                      <a:pt x="15" y="55"/>
                    </a:lnTo>
                    <a:lnTo>
                      <a:pt x="12" y="49"/>
                    </a:lnTo>
                    <a:lnTo>
                      <a:pt x="11" y="45"/>
                    </a:lnTo>
                    <a:lnTo>
                      <a:pt x="10" y="41"/>
                    </a:lnTo>
                    <a:lnTo>
                      <a:pt x="9" y="38"/>
                    </a:lnTo>
                    <a:lnTo>
                      <a:pt x="9" y="36"/>
                    </a:lnTo>
                    <a:lnTo>
                      <a:pt x="10" y="31"/>
                    </a:lnTo>
                    <a:lnTo>
                      <a:pt x="11" y="27"/>
                    </a:lnTo>
                    <a:lnTo>
                      <a:pt x="13" y="23"/>
                    </a:lnTo>
                    <a:lnTo>
                      <a:pt x="15" y="21"/>
                    </a:lnTo>
                    <a:lnTo>
                      <a:pt x="16" y="20"/>
                    </a:lnTo>
                    <a:lnTo>
                      <a:pt x="20" y="17"/>
                    </a:lnTo>
                    <a:lnTo>
                      <a:pt x="24" y="15"/>
                    </a:lnTo>
                    <a:lnTo>
                      <a:pt x="29" y="14"/>
                    </a:lnTo>
                    <a:lnTo>
                      <a:pt x="38" y="73"/>
                    </a:lnTo>
                    <a:lnTo>
                      <a:pt x="41" y="72"/>
                    </a:lnTo>
                    <a:lnTo>
                      <a:pt x="49" y="71"/>
                    </a:lnTo>
                    <a:lnTo>
                      <a:pt x="52" y="69"/>
                    </a:lnTo>
                    <a:lnTo>
                      <a:pt x="55" y="68"/>
                    </a:lnTo>
                    <a:lnTo>
                      <a:pt x="61" y="64"/>
                    </a:lnTo>
                    <a:lnTo>
                      <a:pt x="63" y="62"/>
                    </a:lnTo>
                    <a:lnTo>
                      <a:pt x="65" y="60"/>
                    </a:lnTo>
                    <a:lnTo>
                      <a:pt x="67" y="57"/>
                    </a:lnTo>
                    <a:lnTo>
                      <a:pt x="68" y="55"/>
                    </a:lnTo>
                    <a:lnTo>
                      <a:pt x="70" y="48"/>
                    </a:lnTo>
                    <a:lnTo>
                      <a:pt x="71" y="45"/>
                    </a:lnTo>
                    <a:lnTo>
                      <a:pt x="71" y="41"/>
                    </a:lnTo>
                    <a:lnTo>
                      <a:pt x="70" y="33"/>
                    </a:lnTo>
                    <a:lnTo>
                      <a:pt x="69" y="25"/>
                    </a:lnTo>
                    <a:lnTo>
                      <a:pt x="67" y="22"/>
                    </a:lnTo>
                    <a:lnTo>
                      <a:pt x="66" y="18"/>
                    </a:lnTo>
                    <a:lnTo>
                      <a:pt x="62" y="12"/>
                    </a:lnTo>
                    <a:lnTo>
                      <a:pt x="59" y="10"/>
                    </a:lnTo>
                    <a:lnTo>
                      <a:pt x="57" y="7"/>
                    </a:lnTo>
                    <a:lnTo>
                      <a:pt x="54" y="5"/>
                    </a:lnTo>
                    <a:lnTo>
                      <a:pt x="51" y="4"/>
                    </a:lnTo>
                    <a:lnTo>
                      <a:pt x="48" y="2"/>
                    </a:lnTo>
                    <a:lnTo>
                      <a:pt x="45" y="1"/>
                    </a:lnTo>
                    <a:lnTo>
                      <a:pt x="37" y="0"/>
                    </a:lnTo>
                    <a:lnTo>
                      <a:pt x="34" y="0"/>
                    </a:lnTo>
                    <a:lnTo>
                      <a:pt x="30" y="1"/>
                    </a:lnTo>
                    <a:lnTo>
                      <a:pt x="26" y="2"/>
                    </a:lnTo>
                    <a:lnTo>
                      <a:pt x="22" y="3"/>
                    </a:lnTo>
                    <a:lnTo>
                      <a:pt x="16" y="5"/>
                    </a:lnTo>
                    <a:lnTo>
                      <a:pt x="13" y="7"/>
                    </a:lnTo>
                    <a:lnTo>
                      <a:pt x="11" y="9"/>
                    </a:lnTo>
                    <a:lnTo>
                      <a:pt x="6" y="14"/>
                    </a:lnTo>
                    <a:lnTo>
                      <a:pt x="3" y="19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0" y="33"/>
                    </a:lnTo>
                    <a:lnTo>
                      <a:pt x="1" y="41"/>
                    </a:lnTo>
                    <a:lnTo>
                      <a:pt x="2" y="49"/>
                    </a:lnTo>
                    <a:lnTo>
                      <a:pt x="4" y="55"/>
                    </a:lnTo>
                    <a:lnTo>
                      <a:pt x="7" y="60"/>
                    </a:lnTo>
                    <a:lnTo>
                      <a:pt x="10" y="65"/>
                    </a:lnTo>
                    <a:lnTo>
                      <a:pt x="13" y="68"/>
                    </a:lnTo>
                    <a:lnTo>
                      <a:pt x="17" y="71"/>
                    </a:lnTo>
                    <a:lnTo>
                      <a:pt x="20" y="72"/>
                    </a:lnTo>
                    <a:lnTo>
                      <a:pt x="22" y="72"/>
                    </a:lnTo>
                    <a:lnTo>
                      <a:pt x="28" y="73"/>
                    </a:lnTo>
                    <a:close/>
                    <a:moveTo>
                      <a:pt x="38" y="13"/>
                    </a:moveTo>
                    <a:lnTo>
                      <a:pt x="42" y="13"/>
                    </a:lnTo>
                    <a:lnTo>
                      <a:pt x="46" y="14"/>
                    </a:lnTo>
                    <a:lnTo>
                      <a:pt x="50" y="16"/>
                    </a:lnTo>
                    <a:lnTo>
                      <a:pt x="54" y="18"/>
                    </a:lnTo>
                    <a:lnTo>
                      <a:pt x="55" y="19"/>
                    </a:lnTo>
                    <a:lnTo>
                      <a:pt x="57" y="21"/>
                    </a:lnTo>
                    <a:lnTo>
                      <a:pt x="59" y="24"/>
                    </a:lnTo>
                    <a:lnTo>
                      <a:pt x="61" y="28"/>
                    </a:lnTo>
                    <a:lnTo>
                      <a:pt x="62" y="33"/>
                    </a:lnTo>
                    <a:lnTo>
                      <a:pt x="62" y="38"/>
                    </a:lnTo>
                    <a:lnTo>
                      <a:pt x="62" y="43"/>
                    </a:lnTo>
                    <a:lnTo>
                      <a:pt x="60" y="47"/>
                    </a:lnTo>
                    <a:lnTo>
                      <a:pt x="59" y="51"/>
                    </a:lnTo>
                    <a:lnTo>
                      <a:pt x="56" y="53"/>
                    </a:lnTo>
                    <a:lnTo>
                      <a:pt x="55" y="55"/>
                    </a:lnTo>
                    <a:lnTo>
                      <a:pt x="53" y="56"/>
                    </a:lnTo>
                    <a:lnTo>
                      <a:pt x="49" y="57"/>
                    </a:lnTo>
                    <a:lnTo>
                      <a:pt x="45" y="58"/>
                    </a:lnTo>
                    <a:lnTo>
                      <a:pt x="44" y="59"/>
                    </a:lnTo>
                    <a:lnTo>
                      <a:pt x="38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black">
              <a:xfrm>
                <a:off x="1945" y="2324"/>
                <a:ext cx="96" cy="137"/>
              </a:xfrm>
              <a:custGeom>
                <a:avLst/>
                <a:gdLst>
                  <a:gd name="T0" fmla="*/ 0 w 96"/>
                  <a:gd name="T1" fmla="*/ 48 h 137"/>
                  <a:gd name="T2" fmla="*/ 4 w 96"/>
                  <a:gd name="T3" fmla="*/ 61 h 137"/>
                  <a:gd name="T4" fmla="*/ 66 w 96"/>
                  <a:gd name="T5" fmla="*/ 71 h 137"/>
                  <a:gd name="T6" fmla="*/ 19 w 96"/>
                  <a:gd name="T7" fmla="*/ 112 h 137"/>
                  <a:gd name="T8" fmla="*/ 23 w 96"/>
                  <a:gd name="T9" fmla="*/ 126 h 137"/>
                  <a:gd name="T10" fmla="*/ 96 w 96"/>
                  <a:gd name="T11" fmla="*/ 137 h 137"/>
                  <a:gd name="T12" fmla="*/ 93 w 96"/>
                  <a:gd name="T13" fmla="*/ 125 h 137"/>
                  <a:gd name="T14" fmla="*/ 33 w 96"/>
                  <a:gd name="T15" fmla="*/ 116 h 137"/>
                  <a:gd name="T16" fmla="*/ 79 w 96"/>
                  <a:gd name="T17" fmla="*/ 76 h 137"/>
                  <a:gd name="T18" fmla="*/ 75 w 96"/>
                  <a:gd name="T19" fmla="*/ 62 h 137"/>
                  <a:gd name="T20" fmla="*/ 14 w 96"/>
                  <a:gd name="T21" fmla="*/ 52 h 137"/>
                  <a:gd name="T22" fmla="*/ 60 w 96"/>
                  <a:gd name="T23" fmla="*/ 13 h 137"/>
                  <a:gd name="T24" fmla="*/ 56 w 96"/>
                  <a:gd name="T25" fmla="*/ 0 h 137"/>
                  <a:gd name="T26" fmla="*/ 0 w 96"/>
                  <a:gd name="T27" fmla="*/ 48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137">
                    <a:moveTo>
                      <a:pt x="0" y="48"/>
                    </a:moveTo>
                    <a:lnTo>
                      <a:pt x="4" y="61"/>
                    </a:lnTo>
                    <a:lnTo>
                      <a:pt x="66" y="71"/>
                    </a:lnTo>
                    <a:lnTo>
                      <a:pt x="19" y="112"/>
                    </a:lnTo>
                    <a:lnTo>
                      <a:pt x="23" y="126"/>
                    </a:lnTo>
                    <a:lnTo>
                      <a:pt x="96" y="137"/>
                    </a:lnTo>
                    <a:lnTo>
                      <a:pt x="93" y="125"/>
                    </a:lnTo>
                    <a:lnTo>
                      <a:pt x="33" y="116"/>
                    </a:lnTo>
                    <a:lnTo>
                      <a:pt x="79" y="76"/>
                    </a:lnTo>
                    <a:lnTo>
                      <a:pt x="75" y="62"/>
                    </a:lnTo>
                    <a:lnTo>
                      <a:pt x="14" y="52"/>
                    </a:lnTo>
                    <a:lnTo>
                      <a:pt x="60" y="13"/>
                    </a:lnTo>
                    <a:lnTo>
                      <a:pt x="56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4" name="Freeform 32"/>
              <p:cNvSpPr>
                <a:spLocks noEditPoints="1"/>
              </p:cNvSpPr>
              <p:nvPr/>
            </p:nvSpPr>
            <p:spPr bwMode="black">
              <a:xfrm>
                <a:off x="1992" y="2467"/>
                <a:ext cx="94" cy="51"/>
              </a:xfrm>
              <a:custGeom>
                <a:avLst/>
                <a:gdLst>
                  <a:gd name="T0" fmla="*/ 94 w 94"/>
                  <a:gd name="T1" fmla="*/ 11 h 51"/>
                  <a:gd name="T2" fmla="*/ 88 w 94"/>
                  <a:gd name="T3" fmla="*/ 0 h 51"/>
                  <a:gd name="T4" fmla="*/ 76 w 94"/>
                  <a:gd name="T5" fmla="*/ 5 h 51"/>
                  <a:gd name="T6" fmla="*/ 81 w 94"/>
                  <a:gd name="T7" fmla="*/ 17 h 51"/>
                  <a:gd name="T8" fmla="*/ 94 w 94"/>
                  <a:gd name="T9" fmla="*/ 11 h 51"/>
                  <a:gd name="T10" fmla="*/ 0 w 94"/>
                  <a:gd name="T11" fmla="*/ 40 h 51"/>
                  <a:gd name="T12" fmla="*/ 5 w 94"/>
                  <a:gd name="T13" fmla="*/ 51 h 51"/>
                  <a:gd name="T14" fmla="*/ 67 w 94"/>
                  <a:gd name="T15" fmla="*/ 24 h 51"/>
                  <a:gd name="T16" fmla="*/ 62 w 94"/>
                  <a:gd name="T17" fmla="*/ 11 h 51"/>
                  <a:gd name="T18" fmla="*/ 0 w 94"/>
                  <a:gd name="T19" fmla="*/ 4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" h="51">
                    <a:moveTo>
                      <a:pt x="94" y="11"/>
                    </a:moveTo>
                    <a:lnTo>
                      <a:pt x="88" y="0"/>
                    </a:lnTo>
                    <a:lnTo>
                      <a:pt x="76" y="5"/>
                    </a:lnTo>
                    <a:lnTo>
                      <a:pt x="81" y="17"/>
                    </a:lnTo>
                    <a:lnTo>
                      <a:pt x="94" y="11"/>
                    </a:lnTo>
                    <a:close/>
                    <a:moveTo>
                      <a:pt x="0" y="40"/>
                    </a:moveTo>
                    <a:lnTo>
                      <a:pt x="5" y="51"/>
                    </a:lnTo>
                    <a:lnTo>
                      <a:pt x="67" y="24"/>
                    </a:lnTo>
                    <a:lnTo>
                      <a:pt x="62" y="11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black">
              <a:xfrm>
                <a:off x="2014" y="2518"/>
                <a:ext cx="86" cy="96"/>
              </a:xfrm>
              <a:custGeom>
                <a:avLst/>
                <a:gdLst>
                  <a:gd name="T0" fmla="*/ 0 w 86"/>
                  <a:gd name="T1" fmla="*/ 34 h 96"/>
                  <a:gd name="T2" fmla="*/ 7 w 86"/>
                  <a:gd name="T3" fmla="*/ 46 h 96"/>
                  <a:gd name="T4" fmla="*/ 39 w 86"/>
                  <a:gd name="T5" fmla="*/ 27 h 96"/>
                  <a:gd name="T6" fmla="*/ 44 w 86"/>
                  <a:gd name="T7" fmla="*/ 25 h 96"/>
                  <a:gd name="T8" fmla="*/ 48 w 86"/>
                  <a:gd name="T9" fmla="*/ 24 h 96"/>
                  <a:gd name="T10" fmla="*/ 53 w 86"/>
                  <a:gd name="T11" fmla="*/ 24 h 96"/>
                  <a:gd name="T12" fmla="*/ 57 w 86"/>
                  <a:gd name="T13" fmla="*/ 25 h 96"/>
                  <a:gd name="T14" fmla="*/ 59 w 86"/>
                  <a:gd name="T15" fmla="*/ 26 h 96"/>
                  <a:gd name="T16" fmla="*/ 61 w 86"/>
                  <a:gd name="T17" fmla="*/ 27 h 96"/>
                  <a:gd name="T18" fmla="*/ 65 w 86"/>
                  <a:gd name="T19" fmla="*/ 30 h 96"/>
                  <a:gd name="T20" fmla="*/ 67 w 86"/>
                  <a:gd name="T21" fmla="*/ 31 h 96"/>
                  <a:gd name="T22" fmla="*/ 68 w 86"/>
                  <a:gd name="T23" fmla="*/ 33 h 96"/>
                  <a:gd name="T24" fmla="*/ 71 w 86"/>
                  <a:gd name="T25" fmla="*/ 38 h 96"/>
                  <a:gd name="T26" fmla="*/ 74 w 86"/>
                  <a:gd name="T27" fmla="*/ 42 h 96"/>
                  <a:gd name="T28" fmla="*/ 75 w 86"/>
                  <a:gd name="T29" fmla="*/ 46 h 96"/>
                  <a:gd name="T30" fmla="*/ 75 w 86"/>
                  <a:gd name="T31" fmla="*/ 50 h 96"/>
                  <a:gd name="T32" fmla="*/ 75 w 86"/>
                  <a:gd name="T33" fmla="*/ 52 h 96"/>
                  <a:gd name="T34" fmla="*/ 74 w 86"/>
                  <a:gd name="T35" fmla="*/ 54 h 96"/>
                  <a:gd name="T36" fmla="*/ 74 w 86"/>
                  <a:gd name="T37" fmla="*/ 56 h 96"/>
                  <a:gd name="T38" fmla="*/ 73 w 86"/>
                  <a:gd name="T39" fmla="*/ 57 h 96"/>
                  <a:gd name="T40" fmla="*/ 70 w 86"/>
                  <a:gd name="T41" fmla="*/ 60 h 96"/>
                  <a:gd name="T42" fmla="*/ 67 w 86"/>
                  <a:gd name="T43" fmla="*/ 63 h 96"/>
                  <a:gd name="T44" fmla="*/ 63 w 86"/>
                  <a:gd name="T45" fmla="*/ 66 h 96"/>
                  <a:gd name="T46" fmla="*/ 30 w 86"/>
                  <a:gd name="T47" fmla="*/ 85 h 96"/>
                  <a:gd name="T48" fmla="*/ 36 w 86"/>
                  <a:gd name="T49" fmla="*/ 96 h 96"/>
                  <a:gd name="T50" fmla="*/ 71 w 86"/>
                  <a:gd name="T51" fmla="*/ 76 h 96"/>
                  <a:gd name="T52" fmla="*/ 76 w 86"/>
                  <a:gd name="T53" fmla="*/ 73 h 96"/>
                  <a:gd name="T54" fmla="*/ 79 w 86"/>
                  <a:gd name="T55" fmla="*/ 71 h 96"/>
                  <a:gd name="T56" fmla="*/ 81 w 86"/>
                  <a:gd name="T57" fmla="*/ 68 h 96"/>
                  <a:gd name="T58" fmla="*/ 84 w 86"/>
                  <a:gd name="T59" fmla="*/ 64 h 96"/>
                  <a:gd name="T60" fmla="*/ 86 w 86"/>
                  <a:gd name="T61" fmla="*/ 59 h 96"/>
                  <a:gd name="T62" fmla="*/ 86 w 86"/>
                  <a:gd name="T63" fmla="*/ 54 h 96"/>
                  <a:gd name="T64" fmla="*/ 86 w 86"/>
                  <a:gd name="T65" fmla="*/ 48 h 96"/>
                  <a:gd name="T66" fmla="*/ 84 w 86"/>
                  <a:gd name="T67" fmla="*/ 42 h 96"/>
                  <a:gd name="T68" fmla="*/ 81 w 86"/>
                  <a:gd name="T69" fmla="*/ 36 h 96"/>
                  <a:gd name="T70" fmla="*/ 78 w 86"/>
                  <a:gd name="T71" fmla="*/ 32 h 96"/>
                  <a:gd name="T72" fmla="*/ 75 w 86"/>
                  <a:gd name="T73" fmla="*/ 29 h 96"/>
                  <a:gd name="T74" fmla="*/ 73 w 86"/>
                  <a:gd name="T75" fmla="*/ 25 h 96"/>
                  <a:gd name="T76" fmla="*/ 69 w 86"/>
                  <a:gd name="T77" fmla="*/ 23 h 96"/>
                  <a:gd name="T78" fmla="*/ 66 w 86"/>
                  <a:gd name="T79" fmla="*/ 21 h 96"/>
                  <a:gd name="T80" fmla="*/ 63 w 86"/>
                  <a:gd name="T81" fmla="*/ 19 h 96"/>
                  <a:gd name="T82" fmla="*/ 59 w 86"/>
                  <a:gd name="T83" fmla="*/ 18 h 96"/>
                  <a:gd name="T84" fmla="*/ 55 w 86"/>
                  <a:gd name="T85" fmla="*/ 18 h 96"/>
                  <a:gd name="T86" fmla="*/ 64 w 86"/>
                  <a:gd name="T87" fmla="*/ 11 h 96"/>
                  <a:gd name="T88" fmla="*/ 58 w 86"/>
                  <a:gd name="T89" fmla="*/ 0 h 96"/>
                  <a:gd name="T90" fmla="*/ 48 w 86"/>
                  <a:gd name="T91" fmla="*/ 7 h 96"/>
                  <a:gd name="T92" fmla="*/ 40 w 86"/>
                  <a:gd name="T93" fmla="*/ 12 h 96"/>
                  <a:gd name="T94" fmla="*/ 0 w 86"/>
                  <a:gd name="T95" fmla="*/ 3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6" h="96">
                    <a:moveTo>
                      <a:pt x="0" y="34"/>
                    </a:moveTo>
                    <a:lnTo>
                      <a:pt x="7" y="46"/>
                    </a:lnTo>
                    <a:lnTo>
                      <a:pt x="39" y="27"/>
                    </a:lnTo>
                    <a:lnTo>
                      <a:pt x="44" y="25"/>
                    </a:lnTo>
                    <a:lnTo>
                      <a:pt x="48" y="24"/>
                    </a:lnTo>
                    <a:lnTo>
                      <a:pt x="53" y="24"/>
                    </a:lnTo>
                    <a:lnTo>
                      <a:pt x="57" y="25"/>
                    </a:lnTo>
                    <a:lnTo>
                      <a:pt x="59" y="26"/>
                    </a:lnTo>
                    <a:lnTo>
                      <a:pt x="61" y="27"/>
                    </a:lnTo>
                    <a:lnTo>
                      <a:pt x="65" y="30"/>
                    </a:lnTo>
                    <a:lnTo>
                      <a:pt x="67" y="31"/>
                    </a:lnTo>
                    <a:lnTo>
                      <a:pt x="68" y="33"/>
                    </a:lnTo>
                    <a:lnTo>
                      <a:pt x="71" y="38"/>
                    </a:lnTo>
                    <a:lnTo>
                      <a:pt x="74" y="42"/>
                    </a:lnTo>
                    <a:lnTo>
                      <a:pt x="75" y="46"/>
                    </a:lnTo>
                    <a:lnTo>
                      <a:pt x="75" y="50"/>
                    </a:lnTo>
                    <a:lnTo>
                      <a:pt x="75" y="52"/>
                    </a:lnTo>
                    <a:lnTo>
                      <a:pt x="74" y="54"/>
                    </a:lnTo>
                    <a:lnTo>
                      <a:pt x="74" y="56"/>
                    </a:lnTo>
                    <a:lnTo>
                      <a:pt x="73" y="57"/>
                    </a:lnTo>
                    <a:lnTo>
                      <a:pt x="70" y="60"/>
                    </a:lnTo>
                    <a:lnTo>
                      <a:pt x="67" y="63"/>
                    </a:lnTo>
                    <a:lnTo>
                      <a:pt x="63" y="66"/>
                    </a:lnTo>
                    <a:lnTo>
                      <a:pt x="30" y="85"/>
                    </a:lnTo>
                    <a:lnTo>
                      <a:pt x="36" y="96"/>
                    </a:lnTo>
                    <a:lnTo>
                      <a:pt x="71" y="76"/>
                    </a:lnTo>
                    <a:lnTo>
                      <a:pt x="76" y="73"/>
                    </a:lnTo>
                    <a:lnTo>
                      <a:pt x="79" y="71"/>
                    </a:lnTo>
                    <a:lnTo>
                      <a:pt x="81" y="68"/>
                    </a:lnTo>
                    <a:lnTo>
                      <a:pt x="84" y="64"/>
                    </a:lnTo>
                    <a:lnTo>
                      <a:pt x="86" y="59"/>
                    </a:lnTo>
                    <a:lnTo>
                      <a:pt x="86" y="54"/>
                    </a:lnTo>
                    <a:lnTo>
                      <a:pt x="86" y="48"/>
                    </a:lnTo>
                    <a:lnTo>
                      <a:pt x="84" y="42"/>
                    </a:lnTo>
                    <a:lnTo>
                      <a:pt x="81" y="36"/>
                    </a:lnTo>
                    <a:lnTo>
                      <a:pt x="78" y="32"/>
                    </a:lnTo>
                    <a:lnTo>
                      <a:pt x="75" y="29"/>
                    </a:lnTo>
                    <a:lnTo>
                      <a:pt x="73" y="25"/>
                    </a:lnTo>
                    <a:lnTo>
                      <a:pt x="69" y="23"/>
                    </a:lnTo>
                    <a:lnTo>
                      <a:pt x="66" y="21"/>
                    </a:lnTo>
                    <a:lnTo>
                      <a:pt x="63" y="19"/>
                    </a:lnTo>
                    <a:lnTo>
                      <a:pt x="59" y="18"/>
                    </a:lnTo>
                    <a:lnTo>
                      <a:pt x="55" y="18"/>
                    </a:lnTo>
                    <a:lnTo>
                      <a:pt x="64" y="11"/>
                    </a:lnTo>
                    <a:lnTo>
                      <a:pt x="58" y="0"/>
                    </a:lnTo>
                    <a:lnTo>
                      <a:pt x="48" y="7"/>
                    </a:lnTo>
                    <a:lnTo>
                      <a:pt x="40" y="12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6" name="Freeform 34"/>
              <p:cNvSpPr>
                <a:spLocks noEditPoints="1"/>
              </p:cNvSpPr>
              <p:nvPr/>
            </p:nvSpPr>
            <p:spPr bwMode="black">
              <a:xfrm>
                <a:off x="2061" y="2613"/>
                <a:ext cx="110" cy="95"/>
              </a:xfrm>
              <a:custGeom>
                <a:avLst/>
                <a:gdLst>
                  <a:gd name="T0" fmla="*/ 82 w 110"/>
                  <a:gd name="T1" fmla="*/ 28 h 95"/>
                  <a:gd name="T2" fmla="*/ 85 w 110"/>
                  <a:gd name="T3" fmla="*/ 37 h 95"/>
                  <a:gd name="T4" fmla="*/ 84 w 110"/>
                  <a:gd name="T5" fmla="*/ 46 h 95"/>
                  <a:gd name="T6" fmla="*/ 79 w 110"/>
                  <a:gd name="T7" fmla="*/ 54 h 95"/>
                  <a:gd name="T8" fmla="*/ 76 w 110"/>
                  <a:gd name="T9" fmla="*/ 58 h 95"/>
                  <a:gd name="T10" fmla="*/ 71 w 110"/>
                  <a:gd name="T11" fmla="*/ 61 h 95"/>
                  <a:gd name="T12" fmla="*/ 62 w 110"/>
                  <a:gd name="T13" fmla="*/ 64 h 95"/>
                  <a:gd name="T14" fmla="*/ 53 w 110"/>
                  <a:gd name="T15" fmla="*/ 63 h 95"/>
                  <a:gd name="T16" fmla="*/ 44 w 110"/>
                  <a:gd name="T17" fmla="*/ 58 h 95"/>
                  <a:gd name="T18" fmla="*/ 38 w 110"/>
                  <a:gd name="T19" fmla="*/ 49 h 95"/>
                  <a:gd name="T20" fmla="*/ 35 w 110"/>
                  <a:gd name="T21" fmla="*/ 40 h 95"/>
                  <a:gd name="T22" fmla="*/ 36 w 110"/>
                  <a:gd name="T23" fmla="*/ 31 h 95"/>
                  <a:gd name="T24" fmla="*/ 40 w 110"/>
                  <a:gd name="T25" fmla="*/ 23 h 95"/>
                  <a:gd name="T26" fmla="*/ 49 w 110"/>
                  <a:gd name="T27" fmla="*/ 16 h 95"/>
                  <a:gd name="T28" fmla="*/ 58 w 110"/>
                  <a:gd name="T29" fmla="*/ 13 h 95"/>
                  <a:gd name="T30" fmla="*/ 67 w 110"/>
                  <a:gd name="T31" fmla="*/ 14 h 95"/>
                  <a:gd name="T32" fmla="*/ 75 w 110"/>
                  <a:gd name="T33" fmla="*/ 19 h 95"/>
                  <a:gd name="T34" fmla="*/ 57 w 110"/>
                  <a:gd name="T35" fmla="*/ 73 h 95"/>
                  <a:gd name="T36" fmla="*/ 47 w 110"/>
                  <a:gd name="T37" fmla="*/ 81 h 95"/>
                  <a:gd name="T38" fmla="*/ 38 w 110"/>
                  <a:gd name="T39" fmla="*/ 83 h 95"/>
                  <a:gd name="T40" fmla="*/ 31 w 110"/>
                  <a:gd name="T41" fmla="*/ 81 h 95"/>
                  <a:gd name="T42" fmla="*/ 23 w 110"/>
                  <a:gd name="T43" fmla="*/ 76 h 95"/>
                  <a:gd name="T44" fmla="*/ 16 w 110"/>
                  <a:gd name="T45" fmla="*/ 67 h 95"/>
                  <a:gd name="T46" fmla="*/ 12 w 110"/>
                  <a:gd name="T47" fmla="*/ 59 h 95"/>
                  <a:gd name="T48" fmla="*/ 11 w 110"/>
                  <a:gd name="T49" fmla="*/ 53 h 95"/>
                  <a:gd name="T50" fmla="*/ 14 w 110"/>
                  <a:gd name="T51" fmla="*/ 47 h 95"/>
                  <a:gd name="T52" fmla="*/ 8 w 110"/>
                  <a:gd name="T53" fmla="*/ 34 h 95"/>
                  <a:gd name="T54" fmla="*/ 1 w 110"/>
                  <a:gd name="T55" fmla="*/ 42 h 95"/>
                  <a:gd name="T56" fmla="*/ 0 w 110"/>
                  <a:gd name="T57" fmla="*/ 47 h 95"/>
                  <a:gd name="T58" fmla="*/ 0 w 110"/>
                  <a:gd name="T59" fmla="*/ 52 h 95"/>
                  <a:gd name="T60" fmla="*/ 2 w 110"/>
                  <a:gd name="T61" fmla="*/ 63 h 95"/>
                  <a:gd name="T62" fmla="*/ 10 w 110"/>
                  <a:gd name="T63" fmla="*/ 75 h 95"/>
                  <a:gd name="T64" fmla="*/ 18 w 110"/>
                  <a:gd name="T65" fmla="*/ 84 h 95"/>
                  <a:gd name="T66" fmla="*/ 25 w 110"/>
                  <a:gd name="T67" fmla="*/ 90 h 95"/>
                  <a:gd name="T68" fmla="*/ 33 w 110"/>
                  <a:gd name="T69" fmla="*/ 94 h 95"/>
                  <a:gd name="T70" fmla="*/ 40 w 110"/>
                  <a:gd name="T71" fmla="*/ 95 h 95"/>
                  <a:gd name="T72" fmla="*/ 46 w 110"/>
                  <a:gd name="T73" fmla="*/ 95 h 95"/>
                  <a:gd name="T74" fmla="*/ 51 w 110"/>
                  <a:gd name="T75" fmla="*/ 93 h 95"/>
                  <a:gd name="T76" fmla="*/ 61 w 110"/>
                  <a:gd name="T77" fmla="*/ 85 h 95"/>
                  <a:gd name="T78" fmla="*/ 101 w 110"/>
                  <a:gd name="T79" fmla="*/ 55 h 95"/>
                  <a:gd name="T80" fmla="*/ 102 w 110"/>
                  <a:gd name="T81" fmla="*/ 40 h 95"/>
                  <a:gd name="T82" fmla="*/ 94 w 110"/>
                  <a:gd name="T83" fmla="*/ 41 h 95"/>
                  <a:gd name="T84" fmla="*/ 94 w 110"/>
                  <a:gd name="T85" fmla="*/ 34 h 95"/>
                  <a:gd name="T86" fmla="*/ 92 w 110"/>
                  <a:gd name="T87" fmla="*/ 27 h 95"/>
                  <a:gd name="T88" fmla="*/ 88 w 110"/>
                  <a:gd name="T89" fmla="*/ 20 h 95"/>
                  <a:gd name="T90" fmla="*/ 79 w 110"/>
                  <a:gd name="T91" fmla="*/ 11 h 95"/>
                  <a:gd name="T92" fmla="*/ 74 w 110"/>
                  <a:gd name="T93" fmla="*/ 6 h 95"/>
                  <a:gd name="T94" fmla="*/ 61 w 110"/>
                  <a:gd name="T95" fmla="*/ 1 h 95"/>
                  <a:gd name="T96" fmla="*/ 55 w 110"/>
                  <a:gd name="T97" fmla="*/ 0 h 95"/>
                  <a:gd name="T98" fmla="*/ 49 w 110"/>
                  <a:gd name="T99" fmla="*/ 1 h 95"/>
                  <a:gd name="T100" fmla="*/ 36 w 110"/>
                  <a:gd name="T101" fmla="*/ 9 h 95"/>
                  <a:gd name="T102" fmla="*/ 31 w 110"/>
                  <a:gd name="T103" fmla="*/ 14 h 95"/>
                  <a:gd name="T104" fmla="*/ 26 w 110"/>
                  <a:gd name="T105" fmla="*/ 22 h 95"/>
                  <a:gd name="T106" fmla="*/ 24 w 110"/>
                  <a:gd name="T107" fmla="*/ 28 h 95"/>
                  <a:gd name="T108" fmla="*/ 23 w 110"/>
                  <a:gd name="T109" fmla="*/ 35 h 95"/>
                  <a:gd name="T110" fmla="*/ 25 w 110"/>
                  <a:gd name="T111" fmla="*/ 44 h 95"/>
                  <a:gd name="T112" fmla="*/ 30 w 110"/>
                  <a:gd name="T113" fmla="*/ 54 h 95"/>
                  <a:gd name="T114" fmla="*/ 38 w 110"/>
                  <a:gd name="T115" fmla="*/ 63 h 95"/>
                  <a:gd name="T116" fmla="*/ 47 w 110"/>
                  <a:gd name="T117" fmla="*/ 70 h 95"/>
                  <a:gd name="T118" fmla="*/ 54 w 110"/>
                  <a:gd name="T119" fmla="*/ 72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0" h="95">
                    <a:moveTo>
                      <a:pt x="79" y="23"/>
                    </a:moveTo>
                    <a:lnTo>
                      <a:pt x="82" y="28"/>
                    </a:lnTo>
                    <a:lnTo>
                      <a:pt x="84" y="33"/>
                    </a:lnTo>
                    <a:lnTo>
                      <a:pt x="85" y="37"/>
                    </a:lnTo>
                    <a:lnTo>
                      <a:pt x="85" y="42"/>
                    </a:lnTo>
                    <a:lnTo>
                      <a:pt x="84" y="46"/>
                    </a:lnTo>
                    <a:lnTo>
                      <a:pt x="82" y="50"/>
                    </a:lnTo>
                    <a:lnTo>
                      <a:pt x="79" y="54"/>
                    </a:lnTo>
                    <a:lnTo>
                      <a:pt x="78" y="56"/>
                    </a:lnTo>
                    <a:lnTo>
                      <a:pt x="76" y="58"/>
                    </a:lnTo>
                    <a:lnTo>
                      <a:pt x="73" y="60"/>
                    </a:lnTo>
                    <a:lnTo>
                      <a:pt x="71" y="61"/>
                    </a:lnTo>
                    <a:lnTo>
                      <a:pt x="66" y="63"/>
                    </a:lnTo>
                    <a:lnTo>
                      <a:pt x="62" y="64"/>
                    </a:lnTo>
                    <a:lnTo>
                      <a:pt x="57" y="64"/>
                    </a:lnTo>
                    <a:lnTo>
                      <a:pt x="53" y="63"/>
                    </a:lnTo>
                    <a:lnTo>
                      <a:pt x="48" y="61"/>
                    </a:lnTo>
                    <a:lnTo>
                      <a:pt x="44" y="58"/>
                    </a:lnTo>
                    <a:lnTo>
                      <a:pt x="41" y="53"/>
                    </a:lnTo>
                    <a:lnTo>
                      <a:pt x="38" y="49"/>
                    </a:lnTo>
                    <a:lnTo>
                      <a:pt x="36" y="44"/>
                    </a:lnTo>
                    <a:lnTo>
                      <a:pt x="35" y="40"/>
                    </a:lnTo>
                    <a:lnTo>
                      <a:pt x="35" y="35"/>
                    </a:lnTo>
                    <a:lnTo>
                      <a:pt x="36" y="31"/>
                    </a:lnTo>
                    <a:lnTo>
                      <a:pt x="37" y="27"/>
                    </a:lnTo>
                    <a:lnTo>
                      <a:pt x="40" y="23"/>
                    </a:lnTo>
                    <a:lnTo>
                      <a:pt x="44" y="19"/>
                    </a:lnTo>
                    <a:lnTo>
                      <a:pt x="49" y="16"/>
                    </a:lnTo>
                    <a:lnTo>
                      <a:pt x="54" y="14"/>
                    </a:lnTo>
                    <a:lnTo>
                      <a:pt x="58" y="13"/>
                    </a:lnTo>
                    <a:lnTo>
                      <a:pt x="63" y="13"/>
                    </a:lnTo>
                    <a:lnTo>
                      <a:pt x="67" y="14"/>
                    </a:lnTo>
                    <a:lnTo>
                      <a:pt x="71" y="16"/>
                    </a:lnTo>
                    <a:lnTo>
                      <a:pt x="75" y="19"/>
                    </a:lnTo>
                    <a:lnTo>
                      <a:pt x="79" y="23"/>
                    </a:lnTo>
                    <a:close/>
                    <a:moveTo>
                      <a:pt x="57" y="73"/>
                    </a:moveTo>
                    <a:lnTo>
                      <a:pt x="51" y="78"/>
                    </a:lnTo>
                    <a:lnTo>
                      <a:pt x="47" y="81"/>
                    </a:lnTo>
                    <a:lnTo>
                      <a:pt x="42" y="82"/>
                    </a:lnTo>
                    <a:lnTo>
                      <a:pt x="38" y="83"/>
                    </a:lnTo>
                    <a:lnTo>
                      <a:pt x="34" y="83"/>
                    </a:lnTo>
                    <a:lnTo>
                      <a:pt x="31" y="81"/>
                    </a:lnTo>
                    <a:lnTo>
                      <a:pt x="27" y="79"/>
                    </a:lnTo>
                    <a:lnTo>
                      <a:pt x="23" y="76"/>
                    </a:lnTo>
                    <a:lnTo>
                      <a:pt x="19" y="71"/>
                    </a:lnTo>
                    <a:lnTo>
                      <a:pt x="16" y="67"/>
                    </a:lnTo>
                    <a:lnTo>
                      <a:pt x="13" y="63"/>
                    </a:lnTo>
                    <a:lnTo>
                      <a:pt x="12" y="59"/>
                    </a:lnTo>
                    <a:lnTo>
                      <a:pt x="11" y="56"/>
                    </a:lnTo>
                    <a:lnTo>
                      <a:pt x="11" y="53"/>
                    </a:lnTo>
                    <a:lnTo>
                      <a:pt x="12" y="50"/>
                    </a:lnTo>
                    <a:lnTo>
                      <a:pt x="14" y="47"/>
                    </a:lnTo>
                    <a:lnTo>
                      <a:pt x="16" y="44"/>
                    </a:lnTo>
                    <a:lnTo>
                      <a:pt x="8" y="34"/>
                    </a:lnTo>
                    <a:lnTo>
                      <a:pt x="4" y="38"/>
                    </a:lnTo>
                    <a:lnTo>
                      <a:pt x="1" y="42"/>
                    </a:lnTo>
                    <a:lnTo>
                      <a:pt x="1" y="44"/>
                    </a:lnTo>
                    <a:lnTo>
                      <a:pt x="0" y="47"/>
                    </a:lnTo>
                    <a:lnTo>
                      <a:pt x="0" y="49"/>
                    </a:lnTo>
                    <a:lnTo>
                      <a:pt x="0" y="52"/>
                    </a:lnTo>
                    <a:lnTo>
                      <a:pt x="0" y="57"/>
                    </a:lnTo>
                    <a:lnTo>
                      <a:pt x="2" y="63"/>
                    </a:lnTo>
                    <a:lnTo>
                      <a:pt x="6" y="69"/>
                    </a:lnTo>
                    <a:lnTo>
                      <a:pt x="10" y="75"/>
                    </a:lnTo>
                    <a:lnTo>
                      <a:pt x="14" y="80"/>
                    </a:lnTo>
                    <a:lnTo>
                      <a:pt x="18" y="84"/>
                    </a:lnTo>
                    <a:lnTo>
                      <a:pt x="21" y="87"/>
                    </a:lnTo>
                    <a:lnTo>
                      <a:pt x="25" y="90"/>
                    </a:lnTo>
                    <a:lnTo>
                      <a:pt x="29" y="92"/>
                    </a:lnTo>
                    <a:lnTo>
                      <a:pt x="33" y="94"/>
                    </a:lnTo>
                    <a:lnTo>
                      <a:pt x="36" y="95"/>
                    </a:lnTo>
                    <a:lnTo>
                      <a:pt x="40" y="95"/>
                    </a:lnTo>
                    <a:lnTo>
                      <a:pt x="43" y="95"/>
                    </a:lnTo>
                    <a:lnTo>
                      <a:pt x="46" y="95"/>
                    </a:lnTo>
                    <a:lnTo>
                      <a:pt x="48" y="94"/>
                    </a:lnTo>
                    <a:lnTo>
                      <a:pt x="51" y="93"/>
                    </a:lnTo>
                    <a:lnTo>
                      <a:pt x="56" y="89"/>
                    </a:lnTo>
                    <a:lnTo>
                      <a:pt x="61" y="85"/>
                    </a:lnTo>
                    <a:lnTo>
                      <a:pt x="94" y="61"/>
                    </a:lnTo>
                    <a:lnTo>
                      <a:pt x="101" y="55"/>
                    </a:lnTo>
                    <a:lnTo>
                      <a:pt x="110" y="50"/>
                    </a:lnTo>
                    <a:lnTo>
                      <a:pt x="102" y="40"/>
                    </a:lnTo>
                    <a:lnTo>
                      <a:pt x="94" y="45"/>
                    </a:lnTo>
                    <a:lnTo>
                      <a:pt x="94" y="41"/>
                    </a:lnTo>
                    <a:lnTo>
                      <a:pt x="94" y="38"/>
                    </a:lnTo>
                    <a:lnTo>
                      <a:pt x="94" y="34"/>
                    </a:lnTo>
                    <a:lnTo>
                      <a:pt x="93" y="31"/>
                    </a:lnTo>
                    <a:lnTo>
                      <a:pt x="92" y="27"/>
                    </a:lnTo>
                    <a:lnTo>
                      <a:pt x="90" y="24"/>
                    </a:lnTo>
                    <a:lnTo>
                      <a:pt x="88" y="20"/>
                    </a:lnTo>
                    <a:lnTo>
                      <a:pt x="85" y="16"/>
                    </a:lnTo>
                    <a:lnTo>
                      <a:pt x="79" y="11"/>
                    </a:lnTo>
                    <a:lnTo>
                      <a:pt x="77" y="8"/>
                    </a:lnTo>
                    <a:lnTo>
                      <a:pt x="74" y="6"/>
                    </a:lnTo>
                    <a:lnTo>
                      <a:pt x="68" y="2"/>
                    </a:lnTo>
                    <a:lnTo>
                      <a:pt x="61" y="1"/>
                    </a:lnTo>
                    <a:lnTo>
                      <a:pt x="58" y="0"/>
                    </a:lnTo>
                    <a:lnTo>
                      <a:pt x="55" y="0"/>
                    </a:lnTo>
                    <a:lnTo>
                      <a:pt x="52" y="1"/>
                    </a:lnTo>
                    <a:lnTo>
                      <a:pt x="49" y="1"/>
                    </a:lnTo>
                    <a:lnTo>
                      <a:pt x="42" y="4"/>
                    </a:lnTo>
                    <a:lnTo>
                      <a:pt x="36" y="9"/>
                    </a:lnTo>
                    <a:lnTo>
                      <a:pt x="34" y="11"/>
                    </a:lnTo>
                    <a:lnTo>
                      <a:pt x="31" y="14"/>
                    </a:lnTo>
                    <a:lnTo>
                      <a:pt x="27" y="19"/>
                    </a:lnTo>
                    <a:lnTo>
                      <a:pt x="26" y="22"/>
                    </a:lnTo>
                    <a:lnTo>
                      <a:pt x="25" y="25"/>
                    </a:lnTo>
                    <a:lnTo>
                      <a:pt x="24" y="28"/>
                    </a:lnTo>
                    <a:lnTo>
                      <a:pt x="23" y="31"/>
                    </a:lnTo>
                    <a:lnTo>
                      <a:pt x="23" y="35"/>
                    </a:lnTo>
                    <a:lnTo>
                      <a:pt x="24" y="38"/>
                    </a:lnTo>
                    <a:lnTo>
                      <a:pt x="25" y="44"/>
                    </a:lnTo>
                    <a:lnTo>
                      <a:pt x="28" y="51"/>
                    </a:lnTo>
                    <a:lnTo>
                      <a:pt x="30" y="54"/>
                    </a:lnTo>
                    <a:lnTo>
                      <a:pt x="32" y="57"/>
                    </a:lnTo>
                    <a:lnTo>
                      <a:pt x="38" y="63"/>
                    </a:lnTo>
                    <a:lnTo>
                      <a:pt x="44" y="68"/>
                    </a:lnTo>
                    <a:lnTo>
                      <a:pt x="47" y="70"/>
                    </a:lnTo>
                    <a:lnTo>
                      <a:pt x="50" y="71"/>
                    </a:lnTo>
                    <a:lnTo>
                      <a:pt x="54" y="72"/>
                    </a:lnTo>
                    <a:lnTo>
                      <a:pt x="57" y="7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7" name="Group 35"/>
          <p:cNvGrpSpPr>
            <a:grpSpLocks/>
          </p:cNvGrpSpPr>
          <p:nvPr/>
        </p:nvGrpSpPr>
        <p:grpSpPr bwMode="auto">
          <a:xfrm>
            <a:off x="5129214" y="3922713"/>
            <a:ext cx="2244725" cy="1503363"/>
            <a:chOff x="2426" y="2507"/>
            <a:chExt cx="1450" cy="979"/>
          </a:xfrm>
        </p:grpSpPr>
        <p:sp>
          <p:nvSpPr>
            <p:cNvPr id="38" name="Freeform 36"/>
            <p:cNvSpPr>
              <a:spLocks/>
            </p:cNvSpPr>
            <p:nvPr/>
          </p:nvSpPr>
          <p:spPr bwMode="grayWhite">
            <a:xfrm>
              <a:off x="2426" y="2507"/>
              <a:ext cx="1450" cy="979"/>
            </a:xfrm>
            <a:custGeom>
              <a:avLst/>
              <a:gdLst>
                <a:gd name="T0" fmla="*/ 1450 w 1450"/>
                <a:gd name="T1" fmla="*/ 6 h 979"/>
                <a:gd name="T2" fmla="*/ 1445 w 1450"/>
                <a:gd name="T3" fmla="*/ 70 h 979"/>
                <a:gd name="T4" fmla="*/ 1435 w 1450"/>
                <a:gd name="T5" fmla="*/ 136 h 979"/>
                <a:gd name="T6" fmla="*/ 1418 w 1450"/>
                <a:gd name="T7" fmla="*/ 216 h 979"/>
                <a:gd name="T8" fmla="*/ 1397 w 1450"/>
                <a:gd name="T9" fmla="*/ 292 h 979"/>
                <a:gd name="T10" fmla="*/ 1368 w 1450"/>
                <a:gd name="T11" fmla="*/ 371 h 979"/>
                <a:gd name="T12" fmla="*/ 1329 w 1450"/>
                <a:gd name="T13" fmla="*/ 454 h 979"/>
                <a:gd name="T14" fmla="*/ 1300 w 1450"/>
                <a:gd name="T15" fmla="*/ 503 h 979"/>
                <a:gd name="T16" fmla="*/ 1256 w 1450"/>
                <a:gd name="T17" fmla="*/ 568 h 979"/>
                <a:gd name="T18" fmla="*/ 1218 w 1450"/>
                <a:gd name="T19" fmla="*/ 615 h 979"/>
                <a:gd name="T20" fmla="*/ 1174 w 1450"/>
                <a:gd name="T21" fmla="*/ 660 h 979"/>
                <a:gd name="T22" fmla="*/ 1126 w 1450"/>
                <a:gd name="T23" fmla="*/ 702 h 979"/>
                <a:gd name="T24" fmla="*/ 1073 w 1450"/>
                <a:gd name="T25" fmla="*/ 741 h 979"/>
                <a:gd name="T26" fmla="*/ 1013 w 1450"/>
                <a:gd name="T27" fmla="*/ 777 h 979"/>
                <a:gd name="T28" fmla="*/ 949 w 1450"/>
                <a:gd name="T29" fmla="*/ 809 h 979"/>
                <a:gd name="T30" fmla="*/ 826 w 1450"/>
                <a:gd name="T31" fmla="*/ 859 h 979"/>
                <a:gd name="T32" fmla="*/ 711 w 1450"/>
                <a:gd name="T33" fmla="*/ 893 h 979"/>
                <a:gd name="T34" fmla="*/ 621 w 1450"/>
                <a:gd name="T35" fmla="*/ 911 h 979"/>
                <a:gd name="T36" fmla="*/ 538 w 1450"/>
                <a:gd name="T37" fmla="*/ 922 h 979"/>
                <a:gd name="T38" fmla="*/ 448 w 1450"/>
                <a:gd name="T39" fmla="*/ 926 h 979"/>
                <a:gd name="T40" fmla="*/ 370 w 1450"/>
                <a:gd name="T41" fmla="*/ 924 h 979"/>
                <a:gd name="T42" fmla="*/ 305 w 1450"/>
                <a:gd name="T43" fmla="*/ 916 h 979"/>
                <a:gd name="T44" fmla="*/ 254 w 1450"/>
                <a:gd name="T45" fmla="*/ 906 h 979"/>
                <a:gd name="T46" fmla="*/ 197 w 1450"/>
                <a:gd name="T47" fmla="*/ 891 h 979"/>
                <a:gd name="T48" fmla="*/ 0 w 1450"/>
                <a:gd name="T49" fmla="*/ 666 h 979"/>
                <a:gd name="T50" fmla="*/ 294 w 1450"/>
                <a:gd name="T51" fmla="*/ 663 h 979"/>
                <a:gd name="T52" fmla="*/ 342 w 1450"/>
                <a:gd name="T53" fmla="*/ 673 h 979"/>
                <a:gd name="T54" fmla="*/ 386 w 1450"/>
                <a:gd name="T55" fmla="*/ 678 h 979"/>
                <a:gd name="T56" fmla="*/ 439 w 1450"/>
                <a:gd name="T57" fmla="*/ 682 h 979"/>
                <a:gd name="T58" fmla="*/ 500 w 1450"/>
                <a:gd name="T59" fmla="*/ 682 h 979"/>
                <a:gd name="T60" fmla="*/ 568 w 1450"/>
                <a:gd name="T61" fmla="*/ 677 h 979"/>
                <a:gd name="T62" fmla="*/ 615 w 1450"/>
                <a:gd name="T63" fmla="*/ 669 h 979"/>
                <a:gd name="T64" fmla="*/ 690 w 1450"/>
                <a:gd name="T65" fmla="*/ 649 h 979"/>
                <a:gd name="T66" fmla="*/ 740 w 1450"/>
                <a:gd name="T67" fmla="*/ 631 h 979"/>
                <a:gd name="T68" fmla="*/ 793 w 1450"/>
                <a:gd name="T69" fmla="*/ 608 h 979"/>
                <a:gd name="T70" fmla="*/ 858 w 1450"/>
                <a:gd name="T71" fmla="*/ 571 h 979"/>
                <a:gd name="T72" fmla="*/ 923 w 1450"/>
                <a:gd name="T73" fmla="*/ 524 h 979"/>
                <a:gd name="T74" fmla="*/ 967 w 1450"/>
                <a:gd name="T75" fmla="*/ 483 h 979"/>
                <a:gd name="T76" fmla="*/ 1006 w 1450"/>
                <a:gd name="T77" fmla="*/ 441 h 979"/>
                <a:gd name="T78" fmla="*/ 1055 w 1450"/>
                <a:gd name="T79" fmla="*/ 375 h 979"/>
                <a:gd name="T80" fmla="*/ 1093 w 1450"/>
                <a:gd name="T81" fmla="*/ 310 h 979"/>
                <a:gd name="T82" fmla="*/ 1122 w 1450"/>
                <a:gd name="T83" fmla="*/ 246 h 979"/>
                <a:gd name="T84" fmla="*/ 1143 w 1450"/>
                <a:gd name="T85" fmla="*/ 188 h 979"/>
                <a:gd name="T86" fmla="*/ 1157 w 1450"/>
                <a:gd name="T87" fmla="*/ 137 h 979"/>
                <a:gd name="T88" fmla="*/ 1171 w 1450"/>
                <a:gd name="T89" fmla="*/ 67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0" h="979">
                  <a:moveTo>
                    <a:pt x="1172" y="52"/>
                  </a:moveTo>
                  <a:lnTo>
                    <a:pt x="1450" y="0"/>
                  </a:lnTo>
                  <a:lnTo>
                    <a:pt x="1450" y="6"/>
                  </a:lnTo>
                  <a:lnTo>
                    <a:pt x="1449" y="24"/>
                  </a:lnTo>
                  <a:lnTo>
                    <a:pt x="1447" y="53"/>
                  </a:lnTo>
                  <a:lnTo>
                    <a:pt x="1445" y="70"/>
                  </a:lnTo>
                  <a:lnTo>
                    <a:pt x="1442" y="90"/>
                  </a:lnTo>
                  <a:lnTo>
                    <a:pt x="1439" y="112"/>
                  </a:lnTo>
                  <a:lnTo>
                    <a:pt x="1435" y="136"/>
                  </a:lnTo>
                  <a:lnTo>
                    <a:pt x="1430" y="162"/>
                  </a:lnTo>
                  <a:lnTo>
                    <a:pt x="1425" y="188"/>
                  </a:lnTo>
                  <a:lnTo>
                    <a:pt x="1418" y="216"/>
                  </a:lnTo>
                  <a:lnTo>
                    <a:pt x="1411" y="246"/>
                  </a:lnTo>
                  <a:lnTo>
                    <a:pt x="1402" y="277"/>
                  </a:lnTo>
                  <a:lnTo>
                    <a:pt x="1397" y="292"/>
                  </a:lnTo>
                  <a:lnTo>
                    <a:pt x="1392" y="308"/>
                  </a:lnTo>
                  <a:lnTo>
                    <a:pt x="1381" y="339"/>
                  </a:lnTo>
                  <a:lnTo>
                    <a:pt x="1368" y="371"/>
                  </a:lnTo>
                  <a:lnTo>
                    <a:pt x="1354" y="405"/>
                  </a:lnTo>
                  <a:lnTo>
                    <a:pt x="1338" y="438"/>
                  </a:lnTo>
                  <a:lnTo>
                    <a:pt x="1329" y="454"/>
                  </a:lnTo>
                  <a:lnTo>
                    <a:pt x="1320" y="470"/>
                  </a:lnTo>
                  <a:lnTo>
                    <a:pt x="1310" y="487"/>
                  </a:lnTo>
                  <a:lnTo>
                    <a:pt x="1300" y="503"/>
                  </a:lnTo>
                  <a:lnTo>
                    <a:pt x="1279" y="536"/>
                  </a:lnTo>
                  <a:lnTo>
                    <a:pt x="1268" y="552"/>
                  </a:lnTo>
                  <a:lnTo>
                    <a:pt x="1256" y="568"/>
                  </a:lnTo>
                  <a:lnTo>
                    <a:pt x="1244" y="584"/>
                  </a:lnTo>
                  <a:lnTo>
                    <a:pt x="1231" y="599"/>
                  </a:lnTo>
                  <a:lnTo>
                    <a:pt x="1218" y="615"/>
                  </a:lnTo>
                  <a:lnTo>
                    <a:pt x="1204" y="630"/>
                  </a:lnTo>
                  <a:lnTo>
                    <a:pt x="1190" y="645"/>
                  </a:lnTo>
                  <a:lnTo>
                    <a:pt x="1174" y="660"/>
                  </a:lnTo>
                  <a:lnTo>
                    <a:pt x="1159" y="675"/>
                  </a:lnTo>
                  <a:lnTo>
                    <a:pt x="1143" y="689"/>
                  </a:lnTo>
                  <a:lnTo>
                    <a:pt x="1126" y="702"/>
                  </a:lnTo>
                  <a:lnTo>
                    <a:pt x="1109" y="716"/>
                  </a:lnTo>
                  <a:lnTo>
                    <a:pt x="1091" y="729"/>
                  </a:lnTo>
                  <a:lnTo>
                    <a:pt x="1073" y="741"/>
                  </a:lnTo>
                  <a:lnTo>
                    <a:pt x="1054" y="754"/>
                  </a:lnTo>
                  <a:lnTo>
                    <a:pt x="1033" y="766"/>
                  </a:lnTo>
                  <a:lnTo>
                    <a:pt x="1013" y="777"/>
                  </a:lnTo>
                  <a:lnTo>
                    <a:pt x="992" y="789"/>
                  </a:lnTo>
                  <a:lnTo>
                    <a:pt x="970" y="799"/>
                  </a:lnTo>
                  <a:lnTo>
                    <a:pt x="949" y="809"/>
                  </a:lnTo>
                  <a:lnTo>
                    <a:pt x="907" y="828"/>
                  </a:lnTo>
                  <a:lnTo>
                    <a:pt x="866" y="844"/>
                  </a:lnTo>
                  <a:lnTo>
                    <a:pt x="826" y="859"/>
                  </a:lnTo>
                  <a:lnTo>
                    <a:pt x="787" y="872"/>
                  </a:lnTo>
                  <a:lnTo>
                    <a:pt x="748" y="883"/>
                  </a:lnTo>
                  <a:lnTo>
                    <a:pt x="711" y="893"/>
                  </a:lnTo>
                  <a:lnTo>
                    <a:pt x="674" y="901"/>
                  </a:lnTo>
                  <a:lnTo>
                    <a:pt x="638" y="908"/>
                  </a:lnTo>
                  <a:lnTo>
                    <a:pt x="621" y="911"/>
                  </a:lnTo>
                  <a:lnTo>
                    <a:pt x="604" y="915"/>
                  </a:lnTo>
                  <a:lnTo>
                    <a:pt x="570" y="919"/>
                  </a:lnTo>
                  <a:lnTo>
                    <a:pt x="538" y="922"/>
                  </a:lnTo>
                  <a:lnTo>
                    <a:pt x="506" y="925"/>
                  </a:lnTo>
                  <a:lnTo>
                    <a:pt x="477" y="926"/>
                  </a:lnTo>
                  <a:lnTo>
                    <a:pt x="448" y="926"/>
                  </a:lnTo>
                  <a:lnTo>
                    <a:pt x="421" y="926"/>
                  </a:lnTo>
                  <a:lnTo>
                    <a:pt x="395" y="925"/>
                  </a:lnTo>
                  <a:lnTo>
                    <a:pt x="370" y="924"/>
                  </a:lnTo>
                  <a:lnTo>
                    <a:pt x="347" y="922"/>
                  </a:lnTo>
                  <a:lnTo>
                    <a:pt x="325" y="919"/>
                  </a:lnTo>
                  <a:lnTo>
                    <a:pt x="305" y="916"/>
                  </a:lnTo>
                  <a:lnTo>
                    <a:pt x="286" y="912"/>
                  </a:lnTo>
                  <a:lnTo>
                    <a:pt x="270" y="909"/>
                  </a:lnTo>
                  <a:lnTo>
                    <a:pt x="254" y="906"/>
                  </a:lnTo>
                  <a:lnTo>
                    <a:pt x="227" y="900"/>
                  </a:lnTo>
                  <a:lnTo>
                    <a:pt x="209" y="895"/>
                  </a:lnTo>
                  <a:lnTo>
                    <a:pt x="197" y="891"/>
                  </a:lnTo>
                  <a:lnTo>
                    <a:pt x="193" y="890"/>
                  </a:lnTo>
                  <a:lnTo>
                    <a:pt x="148" y="979"/>
                  </a:lnTo>
                  <a:lnTo>
                    <a:pt x="0" y="666"/>
                  </a:lnTo>
                  <a:lnTo>
                    <a:pt x="316" y="562"/>
                  </a:lnTo>
                  <a:lnTo>
                    <a:pt x="281" y="659"/>
                  </a:lnTo>
                  <a:lnTo>
                    <a:pt x="294" y="663"/>
                  </a:lnTo>
                  <a:lnTo>
                    <a:pt x="309" y="666"/>
                  </a:lnTo>
                  <a:lnTo>
                    <a:pt x="330" y="670"/>
                  </a:lnTo>
                  <a:lnTo>
                    <a:pt x="342" y="673"/>
                  </a:lnTo>
                  <a:lnTo>
                    <a:pt x="355" y="675"/>
                  </a:lnTo>
                  <a:lnTo>
                    <a:pt x="370" y="677"/>
                  </a:lnTo>
                  <a:lnTo>
                    <a:pt x="386" y="678"/>
                  </a:lnTo>
                  <a:lnTo>
                    <a:pt x="403" y="680"/>
                  </a:lnTo>
                  <a:lnTo>
                    <a:pt x="421" y="681"/>
                  </a:lnTo>
                  <a:lnTo>
                    <a:pt x="439" y="682"/>
                  </a:lnTo>
                  <a:lnTo>
                    <a:pt x="459" y="683"/>
                  </a:lnTo>
                  <a:lnTo>
                    <a:pt x="479" y="683"/>
                  </a:lnTo>
                  <a:lnTo>
                    <a:pt x="500" y="682"/>
                  </a:lnTo>
                  <a:lnTo>
                    <a:pt x="522" y="681"/>
                  </a:lnTo>
                  <a:lnTo>
                    <a:pt x="545" y="679"/>
                  </a:lnTo>
                  <a:lnTo>
                    <a:pt x="568" y="677"/>
                  </a:lnTo>
                  <a:lnTo>
                    <a:pt x="579" y="675"/>
                  </a:lnTo>
                  <a:lnTo>
                    <a:pt x="591" y="673"/>
                  </a:lnTo>
                  <a:lnTo>
                    <a:pt x="615" y="669"/>
                  </a:lnTo>
                  <a:lnTo>
                    <a:pt x="639" y="664"/>
                  </a:lnTo>
                  <a:lnTo>
                    <a:pt x="665" y="658"/>
                  </a:lnTo>
                  <a:lnTo>
                    <a:pt x="690" y="649"/>
                  </a:lnTo>
                  <a:lnTo>
                    <a:pt x="702" y="645"/>
                  </a:lnTo>
                  <a:lnTo>
                    <a:pt x="715" y="641"/>
                  </a:lnTo>
                  <a:lnTo>
                    <a:pt x="740" y="631"/>
                  </a:lnTo>
                  <a:lnTo>
                    <a:pt x="766" y="621"/>
                  </a:lnTo>
                  <a:lnTo>
                    <a:pt x="780" y="615"/>
                  </a:lnTo>
                  <a:lnTo>
                    <a:pt x="793" y="608"/>
                  </a:lnTo>
                  <a:lnTo>
                    <a:pt x="819" y="595"/>
                  </a:lnTo>
                  <a:lnTo>
                    <a:pt x="844" y="580"/>
                  </a:lnTo>
                  <a:lnTo>
                    <a:pt x="858" y="571"/>
                  </a:lnTo>
                  <a:lnTo>
                    <a:pt x="872" y="562"/>
                  </a:lnTo>
                  <a:lnTo>
                    <a:pt x="898" y="544"/>
                  </a:lnTo>
                  <a:lnTo>
                    <a:pt x="923" y="524"/>
                  </a:lnTo>
                  <a:lnTo>
                    <a:pt x="934" y="514"/>
                  </a:lnTo>
                  <a:lnTo>
                    <a:pt x="946" y="504"/>
                  </a:lnTo>
                  <a:lnTo>
                    <a:pt x="967" y="483"/>
                  </a:lnTo>
                  <a:lnTo>
                    <a:pt x="977" y="473"/>
                  </a:lnTo>
                  <a:lnTo>
                    <a:pt x="987" y="462"/>
                  </a:lnTo>
                  <a:lnTo>
                    <a:pt x="1006" y="441"/>
                  </a:lnTo>
                  <a:lnTo>
                    <a:pt x="1023" y="419"/>
                  </a:lnTo>
                  <a:lnTo>
                    <a:pt x="1039" y="398"/>
                  </a:lnTo>
                  <a:lnTo>
                    <a:pt x="1055" y="375"/>
                  </a:lnTo>
                  <a:lnTo>
                    <a:pt x="1069" y="353"/>
                  </a:lnTo>
                  <a:lnTo>
                    <a:pt x="1082" y="331"/>
                  </a:lnTo>
                  <a:lnTo>
                    <a:pt x="1093" y="310"/>
                  </a:lnTo>
                  <a:lnTo>
                    <a:pt x="1104" y="288"/>
                  </a:lnTo>
                  <a:lnTo>
                    <a:pt x="1114" y="267"/>
                  </a:lnTo>
                  <a:lnTo>
                    <a:pt x="1122" y="246"/>
                  </a:lnTo>
                  <a:lnTo>
                    <a:pt x="1130" y="226"/>
                  </a:lnTo>
                  <a:lnTo>
                    <a:pt x="1137" y="207"/>
                  </a:lnTo>
                  <a:lnTo>
                    <a:pt x="1143" y="188"/>
                  </a:lnTo>
                  <a:lnTo>
                    <a:pt x="1149" y="170"/>
                  </a:lnTo>
                  <a:lnTo>
                    <a:pt x="1153" y="153"/>
                  </a:lnTo>
                  <a:lnTo>
                    <a:pt x="1157" y="137"/>
                  </a:lnTo>
                  <a:lnTo>
                    <a:pt x="1164" y="108"/>
                  </a:lnTo>
                  <a:lnTo>
                    <a:pt x="1168" y="84"/>
                  </a:lnTo>
                  <a:lnTo>
                    <a:pt x="1171" y="67"/>
                  </a:lnTo>
                  <a:lnTo>
                    <a:pt x="1172" y="52"/>
                  </a:lnTo>
                  <a:close/>
                </a:path>
              </a:pathLst>
            </a:custGeom>
            <a:gradFill rotWithShape="1">
              <a:gsLst>
                <a:gs pos="0">
                  <a:srgbClr val="FF69D1"/>
                </a:gs>
                <a:gs pos="100000">
                  <a:srgbClr val="FF69D1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69D1"/>
              </a:extrusion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39" name="Group 37"/>
            <p:cNvGrpSpPr>
              <a:grpSpLocks/>
            </p:cNvGrpSpPr>
            <p:nvPr/>
          </p:nvGrpSpPr>
          <p:grpSpPr bwMode="auto">
            <a:xfrm>
              <a:off x="3022" y="2946"/>
              <a:ext cx="587" cy="405"/>
              <a:chOff x="3028" y="2662"/>
              <a:chExt cx="587" cy="405"/>
            </a:xfrm>
          </p:grpSpPr>
          <p:sp>
            <p:nvSpPr>
              <p:cNvPr id="40" name="Freeform 38"/>
              <p:cNvSpPr>
                <a:spLocks/>
              </p:cNvSpPr>
              <p:nvPr/>
            </p:nvSpPr>
            <p:spPr bwMode="black">
              <a:xfrm>
                <a:off x="3028" y="2960"/>
                <a:ext cx="94" cy="107"/>
              </a:xfrm>
              <a:custGeom>
                <a:avLst/>
                <a:gdLst>
                  <a:gd name="T0" fmla="*/ 2 w 94"/>
                  <a:gd name="T1" fmla="*/ 34 h 107"/>
                  <a:gd name="T2" fmla="*/ 41 w 94"/>
                  <a:gd name="T3" fmla="*/ 24 h 107"/>
                  <a:gd name="T4" fmla="*/ 63 w 94"/>
                  <a:gd name="T5" fmla="*/ 107 h 107"/>
                  <a:gd name="T6" fmla="*/ 76 w 94"/>
                  <a:gd name="T7" fmla="*/ 103 h 107"/>
                  <a:gd name="T8" fmla="*/ 55 w 94"/>
                  <a:gd name="T9" fmla="*/ 21 h 107"/>
                  <a:gd name="T10" fmla="*/ 94 w 94"/>
                  <a:gd name="T11" fmla="*/ 11 h 107"/>
                  <a:gd name="T12" fmla="*/ 92 w 94"/>
                  <a:gd name="T13" fmla="*/ 0 h 107"/>
                  <a:gd name="T14" fmla="*/ 0 w 94"/>
                  <a:gd name="T15" fmla="*/ 22 h 107"/>
                  <a:gd name="T16" fmla="*/ 2 w 94"/>
                  <a:gd name="T17" fmla="*/ 3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107">
                    <a:moveTo>
                      <a:pt x="2" y="34"/>
                    </a:moveTo>
                    <a:lnTo>
                      <a:pt x="41" y="24"/>
                    </a:lnTo>
                    <a:lnTo>
                      <a:pt x="63" y="107"/>
                    </a:lnTo>
                    <a:lnTo>
                      <a:pt x="76" y="103"/>
                    </a:lnTo>
                    <a:lnTo>
                      <a:pt x="55" y="21"/>
                    </a:lnTo>
                    <a:lnTo>
                      <a:pt x="94" y="11"/>
                    </a:lnTo>
                    <a:lnTo>
                      <a:pt x="92" y="0"/>
                    </a:lnTo>
                    <a:lnTo>
                      <a:pt x="0" y="22"/>
                    </a:ln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1" name="Freeform 39"/>
              <p:cNvSpPr>
                <a:spLocks/>
              </p:cNvSpPr>
              <p:nvPr/>
            </p:nvSpPr>
            <p:spPr bwMode="black">
              <a:xfrm>
                <a:off x="3143" y="2964"/>
                <a:ext cx="44" cy="81"/>
              </a:xfrm>
              <a:custGeom>
                <a:avLst/>
                <a:gdLst>
                  <a:gd name="T0" fmla="*/ 26 w 44"/>
                  <a:gd name="T1" fmla="*/ 81 h 81"/>
                  <a:gd name="T2" fmla="*/ 38 w 44"/>
                  <a:gd name="T3" fmla="*/ 76 h 81"/>
                  <a:gd name="T4" fmla="*/ 27 w 44"/>
                  <a:gd name="T5" fmla="*/ 45 h 81"/>
                  <a:gd name="T6" fmla="*/ 25 w 44"/>
                  <a:gd name="T7" fmla="*/ 40 h 81"/>
                  <a:gd name="T8" fmla="*/ 24 w 44"/>
                  <a:gd name="T9" fmla="*/ 34 h 81"/>
                  <a:gd name="T10" fmla="*/ 24 w 44"/>
                  <a:gd name="T11" fmla="*/ 30 h 81"/>
                  <a:gd name="T12" fmla="*/ 25 w 44"/>
                  <a:gd name="T13" fmla="*/ 25 h 81"/>
                  <a:gd name="T14" fmla="*/ 28 w 44"/>
                  <a:gd name="T15" fmla="*/ 21 h 81"/>
                  <a:gd name="T16" fmla="*/ 31 w 44"/>
                  <a:gd name="T17" fmla="*/ 18 h 81"/>
                  <a:gd name="T18" fmla="*/ 36 w 44"/>
                  <a:gd name="T19" fmla="*/ 15 h 81"/>
                  <a:gd name="T20" fmla="*/ 42 w 44"/>
                  <a:gd name="T21" fmla="*/ 12 h 81"/>
                  <a:gd name="T22" fmla="*/ 44 w 44"/>
                  <a:gd name="T23" fmla="*/ 11 h 81"/>
                  <a:gd name="T24" fmla="*/ 40 w 44"/>
                  <a:gd name="T25" fmla="*/ 0 h 81"/>
                  <a:gd name="T26" fmla="*/ 38 w 44"/>
                  <a:gd name="T27" fmla="*/ 1 h 81"/>
                  <a:gd name="T28" fmla="*/ 33 w 44"/>
                  <a:gd name="T29" fmla="*/ 3 h 81"/>
                  <a:gd name="T30" fmla="*/ 29 w 44"/>
                  <a:gd name="T31" fmla="*/ 6 h 81"/>
                  <a:gd name="T32" fmla="*/ 26 w 44"/>
                  <a:gd name="T33" fmla="*/ 8 h 81"/>
                  <a:gd name="T34" fmla="*/ 23 w 44"/>
                  <a:gd name="T35" fmla="*/ 11 h 81"/>
                  <a:gd name="T36" fmla="*/ 21 w 44"/>
                  <a:gd name="T37" fmla="*/ 14 h 81"/>
                  <a:gd name="T38" fmla="*/ 19 w 44"/>
                  <a:gd name="T39" fmla="*/ 17 h 81"/>
                  <a:gd name="T40" fmla="*/ 18 w 44"/>
                  <a:gd name="T41" fmla="*/ 21 h 81"/>
                  <a:gd name="T42" fmla="*/ 18 w 44"/>
                  <a:gd name="T43" fmla="*/ 25 h 81"/>
                  <a:gd name="T44" fmla="*/ 12 w 44"/>
                  <a:gd name="T45" fmla="*/ 13 h 81"/>
                  <a:gd name="T46" fmla="*/ 0 w 44"/>
                  <a:gd name="T47" fmla="*/ 18 h 81"/>
                  <a:gd name="T48" fmla="*/ 5 w 44"/>
                  <a:gd name="T49" fmla="*/ 29 h 81"/>
                  <a:gd name="T50" fmla="*/ 10 w 44"/>
                  <a:gd name="T51" fmla="*/ 39 h 81"/>
                  <a:gd name="T52" fmla="*/ 26 w 44"/>
                  <a:gd name="T53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4" h="81">
                    <a:moveTo>
                      <a:pt x="26" y="81"/>
                    </a:moveTo>
                    <a:lnTo>
                      <a:pt x="38" y="76"/>
                    </a:lnTo>
                    <a:lnTo>
                      <a:pt x="27" y="45"/>
                    </a:lnTo>
                    <a:lnTo>
                      <a:pt x="25" y="40"/>
                    </a:lnTo>
                    <a:lnTo>
                      <a:pt x="24" y="34"/>
                    </a:lnTo>
                    <a:lnTo>
                      <a:pt x="24" y="30"/>
                    </a:lnTo>
                    <a:lnTo>
                      <a:pt x="25" y="25"/>
                    </a:lnTo>
                    <a:lnTo>
                      <a:pt x="28" y="21"/>
                    </a:lnTo>
                    <a:lnTo>
                      <a:pt x="31" y="18"/>
                    </a:lnTo>
                    <a:lnTo>
                      <a:pt x="36" y="15"/>
                    </a:lnTo>
                    <a:lnTo>
                      <a:pt x="42" y="12"/>
                    </a:lnTo>
                    <a:lnTo>
                      <a:pt x="44" y="11"/>
                    </a:lnTo>
                    <a:lnTo>
                      <a:pt x="40" y="0"/>
                    </a:lnTo>
                    <a:lnTo>
                      <a:pt x="38" y="1"/>
                    </a:lnTo>
                    <a:lnTo>
                      <a:pt x="33" y="3"/>
                    </a:lnTo>
                    <a:lnTo>
                      <a:pt x="29" y="6"/>
                    </a:lnTo>
                    <a:lnTo>
                      <a:pt x="26" y="8"/>
                    </a:lnTo>
                    <a:lnTo>
                      <a:pt x="23" y="11"/>
                    </a:lnTo>
                    <a:lnTo>
                      <a:pt x="21" y="14"/>
                    </a:lnTo>
                    <a:lnTo>
                      <a:pt x="19" y="17"/>
                    </a:lnTo>
                    <a:lnTo>
                      <a:pt x="18" y="21"/>
                    </a:lnTo>
                    <a:lnTo>
                      <a:pt x="18" y="25"/>
                    </a:lnTo>
                    <a:lnTo>
                      <a:pt x="12" y="13"/>
                    </a:lnTo>
                    <a:lnTo>
                      <a:pt x="0" y="18"/>
                    </a:lnTo>
                    <a:lnTo>
                      <a:pt x="5" y="29"/>
                    </a:lnTo>
                    <a:lnTo>
                      <a:pt x="10" y="39"/>
                    </a:lnTo>
                    <a:lnTo>
                      <a:pt x="26" y="8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2" name="Freeform 40"/>
              <p:cNvSpPr>
                <a:spLocks noEditPoints="1"/>
              </p:cNvSpPr>
              <p:nvPr/>
            </p:nvSpPr>
            <p:spPr bwMode="black">
              <a:xfrm>
                <a:off x="3207" y="2940"/>
                <a:ext cx="82" cy="77"/>
              </a:xfrm>
              <a:custGeom>
                <a:avLst/>
                <a:gdLst>
                  <a:gd name="T0" fmla="*/ 82 w 82"/>
                  <a:gd name="T1" fmla="*/ 51 h 77"/>
                  <a:gd name="T2" fmla="*/ 74 w 82"/>
                  <a:gd name="T3" fmla="*/ 38 h 77"/>
                  <a:gd name="T4" fmla="*/ 58 w 82"/>
                  <a:gd name="T5" fmla="*/ 10 h 77"/>
                  <a:gd name="T6" fmla="*/ 52 w 82"/>
                  <a:gd name="T7" fmla="*/ 4 h 77"/>
                  <a:gd name="T8" fmla="*/ 45 w 82"/>
                  <a:gd name="T9" fmla="*/ 1 h 77"/>
                  <a:gd name="T10" fmla="*/ 40 w 82"/>
                  <a:gd name="T11" fmla="*/ 0 h 77"/>
                  <a:gd name="T12" fmla="*/ 28 w 82"/>
                  <a:gd name="T13" fmla="*/ 3 h 77"/>
                  <a:gd name="T14" fmla="*/ 15 w 82"/>
                  <a:gd name="T15" fmla="*/ 9 h 77"/>
                  <a:gd name="T16" fmla="*/ 7 w 82"/>
                  <a:gd name="T17" fmla="*/ 17 h 77"/>
                  <a:gd name="T18" fmla="*/ 3 w 82"/>
                  <a:gd name="T19" fmla="*/ 21 h 77"/>
                  <a:gd name="T20" fmla="*/ 1 w 82"/>
                  <a:gd name="T21" fmla="*/ 25 h 77"/>
                  <a:gd name="T22" fmla="*/ 0 w 82"/>
                  <a:gd name="T23" fmla="*/ 34 h 77"/>
                  <a:gd name="T24" fmla="*/ 15 w 82"/>
                  <a:gd name="T25" fmla="*/ 32 h 77"/>
                  <a:gd name="T26" fmla="*/ 14 w 82"/>
                  <a:gd name="T27" fmla="*/ 27 h 77"/>
                  <a:gd name="T28" fmla="*/ 15 w 82"/>
                  <a:gd name="T29" fmla="*/ 22 h 77"/>
                  <a:gd name="T30" fmla="*/ 19 w 82"/>
                  <a:gd name="T31" fmla="*/ 18 h 77"/>
                  <a:gd name="T32" fmla="*/ 29 w 82"/>
                  <a:gd name="T33" fmla="*/ 12 h 77"/>
                  <a:gd name="T34" fmla="*/ 33 w 82"/>
                  <a:gd name="T35" fmla="*/ 11 h 77"/>
                  <a:gd name="T36" fmla="*/ 40 w 82"/>
                  <a:gd name="T37" fmla="*/ 11 h 77"/>
                  <a:gd name="T38" fmla="*/ 45 w 82"/>
                  <a:gd name="T39" fmla="*/ 14 h 77"/>
                  <a:gd name="T40" fmla="*/ 50 w 82"/>
                  <a:gd name="T41" fmla="*/ 20 h 77"/>
                  <a:gd name="T42" fmla="*/ 28 w 82"/>
                  <a:gd name="T43" fmla="*/ 32 h 77"/>
                  <a:gd name="T44" fmla="*/ 16 w 82"/>
                  <a:gd name="T45" fmla="*/ 41 h 77"/>
                  <a:gd name="T46" fmla="*/ 12 w 82"/>
                  <a:gd name="T47" fmla="*/ 46 h 77"/>
                  <a:gd name="T48" fmla="*/ 9 w 82"/>
                  <a:gd name="T49" fmla="*/ 53 h 77"/>
                  <a:gd name="T50" fmla="*/ 9 w 82"/>
                  <a:gd name="T51" fmla="*/ 58 h 77"/>
                  <a:gd name="T52" fmla="*/ 11 w 82"/>
                  <a:gd name="T53" fmla="*/ 66 h 77"/>
                  <a:gd name="T54" fmla="*/ 15 w 82"/>
                  <a:gd name="T55" fmla="*/ 72 h 77"/>
                  <a:gd name="T56" fmla="*/ 21 w 82"/>
                  <a:gd name="T57" fmla="*/ 76 h 77"/>
                  <a:gd name="T58" fmla="*/ 30 w 82"/>
                  <a:gd name="T59" fmla="*/ 77 h 77"/>
                  <a:gd name="T60" fmla="*/ 41 w 82"/>
                  <a:gd name="T61" fmla="*/ 75 h 77"/>
                  <a:gd name="T62" fmla="*/ 47 w 82"/>
                  <a:gd name="T63" fmla="*/ 72 h 77"/>
                  <a:gd name="T64" fmla="*/ 54 w 82"/>
                  <a:gd name="T65" fmla="*/ 67 h 77"/>
                  <a:gd name="T66" fmla="*/ 59 w 82"/>
                  <a:gd name="T67" fmla="*/ 62 h 77"/>
                  <a:gd name="T68" fmla="*/ 66 w 82"/>
                  <a:gd name="T69" fmla="*/ 48 h 77"/>
                  <a:gd name="T70" fmla="*/ 54 w 82"/>
                  <a:gd name="T71" fmla="*/ 28 h 77"/>
                  <a:gd name="T72" fmla="*/ 57 w 82"/>
                  <a:gd name="T73" fmla="*/ 35 h 77"/>
                  <a:gd name="T74" fmla="*/ 58 w 82"/>
                  <a:gd name="T75" fmla="*/ 44 h 77"/>
                  <a:gd name="T76" fmla="*/ 57 w 82"/>
                  <a:gd name="T77" fmla="*/ 51 h 77"/>
                  <a:gd name="T78" fmla="*/ 53 w 82"/>
                  <a:gd name="T79" fmla="*/ 56 h 77"/>
                  <a:gd name="T80" fmla="*/ 49 w 82"/>
                  <a:gd name="T81" fmla="*/ 60 h 77"/>
                  <a:gd name="T82" fmla="*/ 41 w 82"/>
                  <a:gd name="T83" fmla="*/ 64 h 77"/>
                  <a:gd name="T84" fmla="*/ 34 w 82"/>
                  <a:gd name="T85" fmla="*/ 66 h 77"/>
                  <a:gd name="T86" fmla="*/ 29 w 82"/>
                  <a:gd name="T87" fmla="*/ 65 h 77"/>
                  <a:gd name="T88" fmla="*/ 24 w 82"/>
                  <a:gd name="T89" fmla="*/ 62 h 77"/>
                  <a:gd name="T90" fmla="*/ 22 w 82"/>
                  <a:gd name="T91" fmla="*/ 58 h 77"/>
                  <a:gd name="T92" fmla="*/ 21 w 82"/>
                  <a:gd name="T93" fmla="*/ 53 h 77"/>
                  <a:gd name="T94" fmla="*/ 24 w 82"/>
                  <a:gd name="T95" fmla="*/ 47 h 77"/>
                  <a:gd name="T96" fmla="*/ 30 w 82"/>
                  <a:gd name="T97" fmla="*/ 41 h 77"/>
                  <a:gd name="T98" fmla="*/ 40 w 82"/>
                  <a:gd name="T99" fmla="*/ 3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2" h="77">
                    <a:moveTo>
                      <a:pt x="71" y="57"/>
                    </a:moveTo>
                    <a:lnTo>
                      <a:pt x="82" y="51"/>
                    </a:lnTo>
                    <a:lnTo>
                      <a:pt x="78" y="45"/>
                    </a:lnTo>
                    <a:lnTo>
                      <a:pt x="74" y="38"/>
                    </a:lnTo>
                    <a:lnTo>
                      <a:pt x="61" y="15"/>
                    </a:lnTo>
                    <a:lnTo>
                      <a:pt x="58" y="10"/>
                    </a:lnTo>
                    <a:lnTo>
                      <a:pt x="54" y="6"/>
                    </a:lnTo>
                    <a:lnTo>
                      <a:pt x="52" y="4"/>
                    </a:lnTo>
                    <a:lnTo>
                      <a:pt x="50" y="3"/>
                    </a:lnTo>
                    <a:lnTo>
                      <a:pt x="45" y="1"/>
                    </a:lnTo>
                    <a:lnTo>
                      <a:pt x="42" y="0"/>
                    </a:lnTo>
                    <a:lnTo>
                      <a:pt x="40" y="0"/>
                    </a:lnTo>
                    <a:lnTo>
                      <a:pt x="34" y="1"/>
                    </a:lnTo>
                    <a:lnTo>
                      <a:pt x="28" y="3"/>
                    </a:lnTo>
                    <a:lnTo>
                      <a:pt x="21" y="6"/>
                    </a:lnTo>
                    <a:lnTo>
                      <a:pt x="15" y="9"/>
                    </a:lnTo>
                    <a:lnTo>
                      <a:pt x="10" y="13"/>
                    </a:lnTo>
                    <a:lnTo>
                      <a:pt x="7" y="17"/>
                    </a:lnTo>
                    <a:lnTo>
                      <a:pt x="4" y="19"/>
                    </a:lnTo>
                    <a:lnTo>
                      <a:pt x="3" y="21"/>
                    </a:lnTo>
                    <a:lnTo>
                      <a:pt x="2" y="23"/>
                    </a:lnTo>
                    <a:lnTo>
                      <a:pt x="1" y="25"/>
                    </a:lnTo>
                    <a:lnTo>
                      <a:pt x="0" y="30"/>
                    </a:lnTo>
                    <a:lnTo>
                      <a:pt x="0" y="34"/>
                    </a:lnTo>
                    <a:lnTo>
                      <a:pt x="2" y="38"/>
                    </a:lnTo>
                    <a:lnTo>
                      <a:pt x="15" y="32"/>
                    </a:lnTo>
                    <a:lnTo>
                      <a:pt x="14" y="29"/>
                    </a:lnTo>
                    <a:lnTo>
                      <a:pt x="14" y="27"/>
                    </a:lnTo>
                    <a:lnTo>
                      <a:pt x="14" y="25"/>
                    </a:lnTo>
                    <a:lnTo>
                      <a:pt x="15" y="22"/>
                    </a:lnTo>
                    <a:lnTo>
                      <a:pt x="17" y="20"/>
                    </a:lnTo>
                    <a:lnTo>
                      <a:pt x="19" y="18"/>
                    </a:lnTo>
                    <a:lnTo>
                      <a:pt x="25" y="14"/>
                    </a:lnTo>
                    <a:lnTo>
                      <a:pt x="29" y="12"/>
                    </a:lnTo>
                    <a:lnTo>
                      <a:pt x="31" y="11"/>
                    </a:lnTo>
                    <a:lnTo>
                      <a:pt x="33" y="11"/>
                    </a:lnTo>
                    <a:lnTo>
                      <a:pt x="36" y="11"/>
                    </a:lnTo>
                    <a:lnTo>
                      <a:pt x="40" y="11"/>
                    </a:lnTo>
                    <a:lnTo>
                      <a:pt x="43" y="12"/>
                    </a:lnTo>
                    <a:lnTo>
                      <a:pt x="45" y="14"/>
                    </a:lnTo>
                    <a:lnTo>
                      <a:pt x="48" y="17"/>
                    </a:lnTo>
                    <a:lnTo>
                      <a:pt x="50" y="20"/>
                    </a:lnTo>
                    <a:lnTo>
                      <a:pt x="37" y="27"/>
                    </a:lnTo>
                    <a:lnTo>
                      <a:pt x="28" y="32"/>
                    </a:lnTo>
                    <a:lnTo>
                      <a:pt x="22" y="37"/>
                    </a:lnTo>
                    <a:lnTo>
                      <a:pt x="16" y="41"/>
                    </a:lnTo>
                    <a:lnTo>
                      <a:pt x="14" y="44"/>
                    </a:lnTo>
                    <a:lnTo>
                      <a:pt x="12" y="46"/>
                    </a:lnTo>
                    <a:lnTo>
                      <a:pt x="10" y="51"/>
                    </a:lnTo>
                    <a:lnTo>
                      <a:pt x="9" y="53"/>
                    </a:lnTo>
                    <a:lnTo>
                      <a:pt x="9" y="56"/>
                    </a:lnTo>
                    <a:lnTo>
                      <a:pt x="9" y="58"/>
                    </a:lnTo>
                    <a:lnTo>
                      <a:pt x="9" y="61"/>
                    </a:lnTo>
                    <a:lnTo>
                      <a:pt x="11" y="66"/>
                    </a:lnTo>
                    <a:lnTo>
                      <a:pt x="14" y="70"/>
                    </a:lnTo>
                    <a:lnTo>
                      <a:pt x="15" y="72"/>
                    </a:lnTo>
                    <a:lnTo>
                      <a:pt x="17" y="74"/>
                    </a:lnTo>
                    <a:lnTo>
                      <a:pt x="21" y="76"/>
                    </a:lnTo>
                    <a:lnTo>
                      <a:pt x="25" y="77"/>
                    </a:lnTo>
                    <a:lnTo>
                      <a:pt x="30" y="77"/>
                    </a:lnTo>
                    <a:lnTo>
                      <a:pt x="35" y="77"/>
                    </a:lnTo>
                    <a:lnTo>
                      <a:pt x="41" y="75"/>
                    </a:lnTo>
                    <a:lnTo>
                      <a:pt x="44" y="74"/>
                    </a:lnTo>
                    <a:lnTo>
                      <a:pt x="47" y="72"/>
                    </a:lnTo>
                    <a:lnTo>
                      <a:pt x="50" y="69"/>
                    </a:lnTo>
                    <a:lnTo>
                      <a:pt x="54" y="67"/>
                    </a:lnTo>
                    <a:lnTo>
                      <a:pt x="56" y="64"/>
                    </a:lnTo>
                    <a:lnTo>
                      <a:pt x="59" y="62"/>
                    </a:lnTo>
                    <a:lnTo>
                      <a:pt x="63" y="55"/>
                    </a:lnTo>
                    <a:lnTo>
                      <a:pt x="66" y="48"/>
                    </a:lnTo>
                    <a:lnTo>
                      <a:pt x="71" y="57"/>
                    </a:lnTo>
                    <a:close/>
                    <a:moveTo>
                      <a:pt x="54" y="28"/>
                    </a:moveTo>
                    <a:lnTo>
                      <a:pt x="56" y="30"/>
                    </a:lnTo>
                    <a:lnTo>
                      <a:pt x="57" y="35"/>
                    </a:lnTo>
                    <a:lnTo>
                      <a:pt x="58" y="40"/>
                    </a:lnTo>
                    <a:lnTo>
                      <a:pt x="58" y="44"/>
                    </a:lnTo>
                    <a:lnTo>
                      <a:pt x="57" y="49"/>
                    </a:lnTo>
                    <a:lnTo>
                      <a:pt x="57" y="51"/>
                    </a:lnTo>
                    <a:lnTo>
                      <a:pt x="56" y="53"/>
                    </a:lnTo>
                    <a:lnTo>
                      <a:pt x="53" y="56"/>
                    </a:lnTo>
                    <a:lnTo>
                      <a:pt x="51" y="58"/>
                    </a:lnTo>
                    <a:lnTo>
                      <a:pt x="49" y="60"/>
                    </a:lnTo>
                    <a:lnTo>
                      <a:pt x="45" y="63"/>
                    </a:lnTo>
                    <a:lnTo>
                      <a:pt x="41" y="64"/>
                    </a:lnTo>
                    <a:lnTo>
                      <a:pt x="37" y="65"/>
                    </a:lnTo>
                    <a:lnTo>
                      <a:pt x="34" y="66"/>
                    </a:lnTo>
                    <a:lnTo>
                      <a:pt x="31" y="66"/>
                    </a:lnTo>
                    <a:lnTo>
                      <a:pt x="29" y="65"/>
                    </a:lnTo>
                    <a:lnTo>
                      <a:pt x="26" y="64"/>
                    </a:lnTo>
                    <a:lnTo>
                      <a:pt x="24" y="62"/>
                    </a:lnTo>
                    <a:lnTo>
                      <a:pt x="23" y="60"/>
                    </a:lnTo>
                    <a:lnTo>
                      <a:pt x="22" y="58"/>
                    </a:lnTo>
                    <a:lnTo>
                      <a:pt x="21" y="56"/>
                    </a:lnTo>
                    <a:lnTo>
                      <a:pt x="21" y="53"/>
                    </a:lnTo>
                    <a:lnTo>
                      <a:pt x="22" y="50"/>
                    </a:lnTo>
                    <a:lnTo>
                      <a:pt x="24" y="47"/>
                    </a:lnTo>
                    <a:lnTo>
                      <a:pt x="26" y="44"/>
                    </a:lnTo>
                    <a:lnTo>
                      <a:pt x="30" y="41"/>
                    </a:lnTo>
                    <a:lnTo>
                      <a:pt x="35" y="38"/>
                    </a:lnTo>
                    <a:lnTo>
                      <a:pt x="40" y="35"/>
                    </a:lnTo>
                    <a:lnTo>
                      <a:pt x="54" y="2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black">
              <a:xfrm>
                <a:off x="3285" y="2897"/>
                <a:ext cx="76" cy="73"/>
              </a:xfrm>
              <a:custGeom>
                <a:avLst/>
                <a:gdLst>
                  <a:gd name="T0" fmla="*/ 63 w 76"/>
                  <a:gd name="T1" fmla="*/ 38 h 73"/>
                  <a:gd name="T2" fmla="*/ 63 w 76"/>
                  <a:gd name="T3" fmla="*/ 44 h 73"/>
                  <a:gd name="T4" fmla="*/ 61 w 76"/>
                  <a:gd name="T5" fmla="*/ 50 h 73"/>
                  <a:gd name="T6" fmla="*/ 52 w 76"/>
                  <a:gd name="T7" fmla="*/ 58 h 73"/>
                  <a:gd name="T8" fmla="*/ 45 w 76"/>
                  <a:gd name="T9" fmla="*/ 62 h 73"/>
                  <a:gd name="T10" fmla="*/ 40 w 76"/>
                  <a:gd name="T11" fmla="*/ 63 h 73"/>
                  <a:gd name="T12" fmla="*/ 33 w 76"/>
                  <a:gd name="T13" fmla="*/ 62 h 73"/>
                  <a:gd name="T14" fmla="*/ 27 w 76"/>
                  <a:gd name="T15" fmla="*/ 59 h 73"/>
                  <a:gd name="T16" fmla="*/ 21 w 76"/>
                  <a:gd name="T17" fmla="*/ 54 h 73"/>
                  <a:gd name="T18" fmla="*/ 15 w 76"/>
                  <a:gd name="T19" fmla="*/ 44 h 73"/>
                  <a:gd name="T20" fmla="*/ 13 w 76"/>
                  <a:gd name="T21" fmla="*/ 37 h 73"/>
                  <a:gd name="T22" fmla="*/ 13 w 76"/>
                  <a:gd name="T23" fmla="*/ 32 h 73"/>
                  <a:gd name="T24" fmla="*/ 13 w 76"/>
                  <a:gd name="T25" fmla="*/ 27 h 73"/>
                  <a:gd name="T26" fmla="*/ 17 w 76"/>
                  <a:gd name="T27" fmla="*/ 21 h 73"/>
                  <a:gd name="T28" fmla="*/ 25 w 76"/>
                  <a:gd name="T29" fmla="*/ 14 h 73"/>
                  <a:gd name="T30" fmla="*/ 34 w 76"/>
                  <a:gd name="T31" fmla="*/ 10 h 73"/>
                  <a:gd name="T32" fmla="*/ 40 w 76"/>
                  <a:gd name="T33" fmla="*/ 11 h 73"/>
                  <a:gd name="T34" fmla="*/ 48 w 76"/>
                  <a:gd name="T35" fmla="*/ 15 h 73"/>
                  <a:gd name="T36" fmla="*/ 57 w 76"/>
                  <a:gd name="T37" fmla="*/ 6 h 73"/>
                  <a:gd name="T38" fmla="*/ 51 w 76"/>
                  <a:gd name="T39" fmla="*/ 2 h 73"/>
                  <a:gd name="T40" fmla="*/ 42 w 76"/>
                  <a:gd name="T41" fmla="*/ 0 h 73"/>
                  <a:gd name="T42" fmla="*/ 32 w 76"/>
                  <a:gd name="T43" fmla="*/ 1 h 73"/>
                  <a:gd name="T44" fmla="*/ 20 w 76"/>
                  <a:gd name="T45" fmla="*/ 7 h 73"/>
                  <a:gd name="T46" fmla="*/ 8 w 76"/>
                  <a:gd name="T47" fmla="*/ 17 h 73"/>
                  <a:gd name="T48" fmla="*/ 1 w 76"/>
                  <a:gd name="T49" fmla="*/ 29 h 73"/>
                  <a:gd name="T50" fmla="*/ 0 w 76"/>
                  <a:gd name="T51" fmla="*/ 36 h 73"/>
                  <a:gd name="T52" fmla="*/ 1 w 76"/>
                  <a:gd name="T53" fmla="*/ 43 h 73"/>
                  <a:gd name="T54" fmla="*/ 3 w 76"/>
                  <a:gd name="T55" fmla="*/ 50 h 73"/>
                  <a:gd name="T56" fmla="*/ 6 w 76"/>
                  <a:gd name="T57" fmla="*/ 56 h 73"/>
                  <a:gd name="T58" fmla="*/ 16 w 76"/>
                  <a:gd name="T59" fmla="*/ 67 h 73"/>
                  <a:gd name="T60" fmla="*/ 22 w 76"/>
                  <a:gd name="T61" fmla="*/ 71 h 73"/>
                  <a:gd name="T62" fmla="*/ 28 w 76"/>
                  <a:gd name="T63" fmla="*/ 72 h 73"/>
                  <a:gd name="T64" fmla="*/ 35 w 76"/>
                  <a:gd name="T65" fmla="*/ 73 h 73"/>
                  <a:gd name="T66" fmla="*/ 42 w 76"/>
                  <a:gd name="T67" fmla="*/ 72 h 73"/>
                  <a:gd name="T68" fmla="*/ 50 w 76"/>
                  <a:gd name="T69" fmla="*/ 69 h 73"/>
                  <a:gd name="T70" fmla="*/ 58 w 76"/>
                  <a:gd name="T71" fmla="*/ 65 h 73"/>
                  <a:gd name="T72" fmla="*/ 64 w 76"/>
                  <a:gd name="T73" fmla="*/ 61 h 73"/>
                  <a:gd name="T74" fmla="*/ 72 w 76"/>
                  <a:gd name="T75" fmla="*/ 52 h 73"/>
                  <a:gd name="T76" fmla="*/ 76 w 76"/>
                  <a:gd name="T77" fmla="*/ 43 h 73"/>
                  <a:gd name="T78" fmla="*/ 76 w 76"/>
                  <a:gd name="T79" fmla="*/ 35 h 73"/>
                  <a:gd name="T80" fmla="*/ 73 w 76"/>
                  <a:gd name="T81" fmla="*/ 28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6" h="73">
                    <a:moveTo>
                      <a:pt x="61" y="35"/>
                    </a:moveTo>
                    <a:lnTo>
                      <a:pt x="63" y="38"/>
                    </a:lnTo>
                    <a:lnTo>
                      <a:pt x="63" y="41"/>
                    </a:lnTo>
                    <a:lnTo>
                      <a:pt x="63" y="44"/>
                    </a:lnTo>
                    <a:lnTo>
                      <a:pt x="63" y="48"/>
                    </a:lnTo>
                    <a:lnTo>
                      <a:pt x="61" y="50"/>
                    </a:lnTo>
                    <a:lnTo>
                      <a:pt x="58" y="53"/>
                    </a:lnTo>
                    <a:lnTo>
                      <a:pt x="52" y="58"/>
                    </a:lnTo>
                    <a:lnTo>
                      <a:pt x="47" y="61"/>
                    </a:lnTo>
                    <a:lnTo>
                      <a:pt x="45" y="62"/>
                    </a:lnTo>
                    <a:lnTo>
                      <a:pt x="42" y="62"/>
                    </a:lnTo>
                    <a:lnTo>
                      <a:pt x="40" y="63"/>
                    </a:lnTo>
                    <a:lnTo>
                      <a:pt x="38" y="63"/>
                    </a:lnTo>
                    <a:lnTo>
                      <a:pt x="33" y="62"/>
                    </a:lnTo>
                    <a:lnTo>
                      <a:pt x="29" y="60"/>
                    </a:lnTo>
                    <a:lnTo>
                      <a:pt x="27" y="59"/>
                    </a:lnTo>
                    <a:lnTo>
                      <a:pt x="25" y="58"/>
                    </a:lnTo>
                    <a:lnTo>
                      <a:pt x="21" y="54"/>
                    </a:lnTo>
                    <a:lnTo>
                      <a:pt x="17" y="49"/>
                    </a:lnTo>
                    <a:lnTo>
                      <a:pt x="15" y="44"/>
                    </a:lnTo>
                    <a:lnTo>
                      <a:pt x="13" y="39"/>
                    </a:lnTo>
                    <a:lnTo>
                      <a:pt x="13" y="37"/>
                    </a:lnTo>
                    <a:lnTo>
                      <a:pt x="12" y="34"/>
                    </a:lnTo>
                    <a:lnTo>
                      <a:pt x="13" y="32"/>
                    </a:lnTo>
                    <a:lnTo>
                      <a:pt x="13" y="30"/>
                    </a:lnTo>
                    <a:lnTo>
                      <a:pt x="13" y="27"/>
                    </a:lnTo>
                    <a:lnTo>
                      <a:pt x="14" y="25"/>
                    </a:lnTo>
                    <a:lnTo>
                      <a:pt x="17" y="21"/>
                    </a:lnTo>
                    <a:lnTo>
                      <a:pt x="20" y="17"/>
                    </a:lnTo>
                    <a:lnTo>
                      <a:pt x="25" y="14"/>
                    </a:lnTo>
                    <a:lnTo>
                      <a:pt x="31" y="11"/>
                    </a:lnTo>
                    <a:lnTo>
                      <a:pt x="34" y="10"/>
                    </a:lnTo>
                    <a:lnTo>
                      <a:pt x="37" y="10"/>
                    </a:lnTo>
                    <a:lnTo>
                      <a:pt x="40" y="11"/>
                    </a:lnTo>
                    <a:lnTo>
                      <a:pt x="42" y="12"/>
                    </a:lnTo>
                    <a:lnTo>
                      <a:pt x="48" y="15"/>
                    </a:lnTo>
                    <a:lnTo>
                      <a:pt x="59" y="8"/>
                    </a:lnTo>
                    <a:lnTo>
                      <a:pt x="57" y="6"/>
                    </a:lnTo>
                    <a:lnTo>
                      <a:pt x="55" y="5"/>
                    </a:lnTo>
                    <a:lnTo>
                      <a:pt x="51" y="2"/>
                    </a:lnTo>
                    <a:lnTo>
                      <a:pt x="47" y="1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2" y="1"/>
                    </a:lnTo>
                    <a:lnTo>
                      <a:pt x="26" y="3"/>
                    </a:lnTo>
                    <a:lnTo>
                      <a:pt x="20" y="7"/>
                    </a:lnTo>
                    <a:lnTo>
                      <a:pt x="13" y="12"/>
                    </a:lnTo>
                    <a:lnTo>
                      <a:pt x="8" y="17"/>
                    </a:lnTo>
                    <a:lnTo>
                      <a:pt x="4" y="23"/>
                    </a:lnTo>
                    <a:lnTo>
                      <a:pt x="1" y="29"/>
                    </a:lnTo>
                    <a:lnTo>
                      <a:pt x="1" y="33"/>
                    </a:lnTo>
                    <a:lnTo>
                      <a:pt x="0" y="36"/>
                    </a:lnTo>
                    <a:lnTo>
                      <a:pt x="0" y="39"/>
                    </a:lnTo>
                    <a:lnTo>
                      <a:pt x="1" y="43"/>
                    </a:lnTo>
                    <a:lnTo>
                      <a:pt x="2" y="46"/>
                    </a:lnTo>
                    <a:lnTo>
                      <a:pt x="3" y="50"/>
                    </a:lnTo>
                    <a:lnTo>
                      <a:pt x="4" y="53"/>
                    </a:lnTo>
                    <a:lnTo>
                      <a:pt x="6" y="56"/>
                    </a:lnTo>
                    <a:lnTo>
                      <a:pt x="11" y="62"/>
                    </a:lnTo>
                    <a:lnTo>
                      <a:pt x="16" y="67"/>
                    </a:lnTo>
                    <a:lnTo>
                      <a:pt x="19" y="69"/>
                    </a:lnTo>
                    <a:lnTo>
                      <a:pt x="22" y="71"/>
                    </a:lnTo>
                    <a:lnTo>
                      <a:pt x="25" y="72"/>
                    </a:lnTo>
                    <a:lnTo>
                      <a:pt x="28" y="72"/>
                    </a:lnTo>
                    <a:lnTo>
                      <a:pt x="32" y="73"/>
                    </a:lnTo>
                    <a:lnTo>
                      <a:pt x="35" y="73"/>
                    </a:lnTo>
                    <a:lnTo>
                      <a:pt x="39" y="73"/>
                    </a:lnTo>
                    <a:lnTo>
                      <a:pt x="42" y="72"/>
                    </a:lnTo>
                    <a:lnTo>
                      <a:pt x="46" y="71"/>
                    </a:lnTo>
                    <a:lnTo>
                      <a:pt x="50" y="69"/>
                    </a:lnTo>
                    <a:lnTo>
                      <a:pt x="54" y="67"/>
                    </a:lnTo>
                    <a:lnTo>
                      <a:pt x="58" y="65"/>
                    </a:lnTo>
                    <a:lnTo>
                      <a:pt x="62" y="63"/>
                    </a:lnTo>
                    <a:lnTo>
                      <a:pt x="64" y="61"/>
                    </a:lnTo>
                    <a:lnTo>
                      <a:pt x="69" y="57"/>
                    </a:lnTo>
                    <a:lnTo>
                      <a:pt x="72" y="52"/>
                    </a:lnTo>
                    <a:lnTo>
                      <a:pt x="75" y="47"/>
                    </a:lnTo>
                    <a:lnTo>
                      <a:pt x="76" y="43"/>
                    </a:lnTo>
                    <a:lnTo>
                      <a:pt x="76" y="38"/>
                    </a:lnTo>
                    <a:lnTo>
                      <a:pt x="76" y="35"/>
                    </a:lnTo>
                    <a:lnTo>
                      <a:pt x="75" y="33"/>
                    </a:lnTo>
                    <a:lnTo>
                      <a:pt x="73" y="28"/>
                    </a:lnTo>
                    <a:lnTo>
                      <a:pt x="61" y="3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4" name="Freeform 42"/>
              <p:cNvSpPr>
                <a:spLocks/>
              </p:cNvSpPr>
              <p:nvPr/>
            </p:nvSpPr>
            <p:spPr bwMode="black">
              <a:xfrm>
                <a:off x="3331" y="2833"/>
                <a:ext cx="116" cy="93"/>
              </a:xfrm>
              <a:custGeom>
                <a:avLst/>
                <a:gdLst>
                  <a:gd name="T0" fmla="*/ 62 w 116"/>
                  <a:gd name="T1" fmla="*/ 93 h 93"/>
                  <a:gd name="T2" fmla="*/ 72 w 116"/>
                  <a:gd name="T3" fmla="*/ 85 h 93"/>
                  <a:gd name="T4" fmla="*/ 48 w 116"/>
                  <a:gd name="T5" fmla="*/ 57 h 93"/>
                  <a:gd name="T6" fmla="*/ 102 w 116"/>
                  <a:gd name="T7" fmla="*/ 60 h 93"/>
                  <a:gd name="T8" fmla="*/ 116 w 116"/>
                  <a:gd name="T9" fmla="*/ 48 h 93"/>
                  <a:gd name="T10" fmla="*/ 59 w 116"/>
                  <a:gd name="T11" fmla="*/ 45 h 93"/>
                  <a:gd name="T12" fmla="*/ 69 w 116"/>
                  <a:gd name="T13" fmla="*/ 0 h 93"/>
                  <a:gd name="T14" fmla="*/ 56 w 116"/>
                  <a:gd name="T15" fmla="*/ 11 h 93"/>
                  <a:gd name="T16" fmla="*/ 46 w 116"/>
                  <a:gd name="T17" fmla="*/ 54 h 93"/>
                  <a:gd name="T18" fmla="*/ 10 w 116"/>
                  <a:gd name="T19" fmla="*/ 11 h 93"/>
                  <a:gd name="T20" fmla="*/ 0 w 116"/>
                  <a:gd name="T21" fmla="*/ 19 h 93"/>
                  <a:gd name="T22" fmla="*/ 62 w 116"/>
                  <a:gd name="T23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6" h="93">
                    <a:moveTo>
                      <a:pt x="62" y="93"/>
                    </a:moveTo>
                    <a:lnTo>
                      <a:pt x="72" y="85"/>
                    </a:lnTo>
                    <a:lnTo>
                      <a:pt x="48" y="57"/>
                    </a:lnTo>
                    <a:lnTo>
                      <a:pt x="102" y="60"/>
                    </a:lnTo>
                    <a:lnTo>
                      <a:pt x="116" y="48"/>
                    </a:lnTo>
                    <a:lnTo>
                      <a:pt x="59" y="45"/>
                    </a:lnTo>
                    <a:lnTo>
                      <a:pt x="69" y="0"/>
                    </a:lnTo>
                    <a:lnTo>
                      <a:pt x="56" y="11"/>
                    </a:lnTo>
                    <a:lnTo>
                      <a:pt x="46" y="54"/>
                    </a:lnTo>
                    <a:lnTo>
                      <a:pt x="10" y="11"/>
                    </a:lnTo>
                    <a:lnTo>
                      <a:pt x="0" y="19"/>
                    </a:lnTo>
                    <a:lnTo>
                      <a:pt x="62" y="9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5" name="Freeform 43"/>
              <p:cNvSpPr>
                <a:spLocks noEditPoints="1"/>
              </p:cNvSpPr>
              <p:nvPr/>
            </p:nvSpPr>
            <p:spPr bwMode="black">
              <a:xfrm>
                <a:off x="3394" y="2792"/>
                <a:ext cx="76" cy="77"/>
              </a:xfrm>
              <a:custGeom>
                <a:avLst/>
                <a:gdLst>
                  <a:gd name="T0" fmla="*/ 9 w 76"/>
                  <a:gd name="T1" fmla="*/ 0 h 77"/>
                  <a:gd name="T2" fmla="*/ 0 w 76"/>
                  <a:gd name="T3" fmla="*/ 9 h 77"/>
                  <a:gd name="T4" fmla="*/ 9 w 76"/>
                  <a:gd name="T5" fmla="*/ 19 h 77"/>
                  <a:gd name="T6" fmla="*/ 18 w 76"/>
                  <a:gd name="T7" fmla="*/ 10 h 77"/>
                  <a:gd name="T8" fmla="*/ 9 w 76"/>
                  <a:gd name="T9" fmla="*/ 0 h 77"/>
                  <a:gd name="T10" fmla="*/ 67 w 76"/>
                  <a:gd name="T11" fmla="*/ 77 h 77"/>
                  <a:gd name="T12" fmla="*/ 76 w 76"/>
                  <a:gd name="T13" fmla="*/ 68 h 77"/>
                  <a:gd name="T14" fmla="*/ 29 w 76"/>
                  <a:gd name="T15" fmla="*/ 21 h 77"/>
                  <a:gd name="T16" fmla="*/ 20 w 76"/>
                  <a:gd name="T17" fmla="*/ 30 h 77"/>
                  <a:gd name="T18" fmla="*/ 67 w 76"/>
                  <a:gd name="T1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77">
                    <a:moveTo>
                      <a:pt x="9" y="0"/>
                    </a:moveTo>
                    <a:lnTo>
                      <a:pt x="0" y="9"/>
                    </a:lnTo>
                    <a:lnTo>
                      <a:pt x="9" y="19"/>
                    </a:lnTo>
                    <a:lnTo>
                      <a:pt x="18" y="10"/>
                    </a:lnTo>
                    <a:lnTo>
                      <a:pt x="9" y="0"/>
                    </a:lnTo>
                    <a:close/>
                    <a:moveTo>
                      <a:pt x="67" y="77"/>
                    </a:moveTo>
                    <a:lnTo>
                      <a:pt x="76" y="68"/>
                    </a:lnTo>
                    <a:lnTo>
                      <a:pt x="29" y="21"/>
                    </a:lnTo>
                    <a:lnTo>
                      <a:pt x="20" y="30"/>
                    </a:lnTo>
                    <a:lnTo>
                      <a:pt x="67" y="77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6" name="Freeform 44"/>
              <p:cNvSpPr>
                <a:spLocks/>
              </p:cNvSpPr>
              <p:nvPr/>
            </p:nvSpPr>
            <p:spPr bwMode="black">
              <a:xfrm>
                <a:off x="3439" y="2755"/>
                <a:ext cx="100" cy="88"/>
              </a:xfrm>
              <a:custGeom>
                <a:avLst/>
                <a:gdLst>
                  <a:gd name="T0" fmla="*/ 49 w 100"/>
                  <a:gd name="T1" fmla="*/ 88 h 88"/>
                  <a:gd name="T2" fmla="*/ 59 w 100"/>
                  <a:gd name="T3" fmla="*/ 79 h 88"/>
                  <a:gd name="T4" fmla="*/ 32 w 100"/>
                  <a:gd name="T5" fmla="*/ 53 h 88"/>
                  <a:gd name="T6" fmla="*/ 28 w 100"/>
                  <a:gd name="T7" fmla="*/ 49 h 88"/>
                  <a:gd name="T8" fmla="*/ 26 w 100"/>
                  <a:gd name="T9" fmla="*/ 45 h 88"/>
                  <a:gd name="T10" fmla="*/ 25 w 100"/>
                  <a:gd name="T11" fmla="*/ 41 h 88"/>
                  <a:gd name="T12" fmla="*/ 25 w 100"/>
                  <a:gd name="T13" fmla="*/ 36 h 88"/>
                  <a:gd name="T14" fmla="*/ 26 w 100"/>
                  <a:gd name="T15" fmla="*/ 32 h 88"/>
                  <a:gd name="T16" fmla="*/ 27 w 100"/>
                  <a:gd name="T17" fmla="*/ 28 h 88"/>
                  <a:gd name="T18" fmla="*/ 29 w 100"/>
                  <a:gd name="T19" fmla="*/ 25 h 88"/>
                  <a:gd name="T20" fmla="*/ 30 w 100"/>
                  <a:gd name="T21" fmla="*/ 23 h 88"/>
                  <a:gd name="T22" fmla="*/ 34 w 100"/>
                  <a:gd name="T23" fmla="*/ 19 h 88"/>
                  <a:gd name="T24" fmla="*/ 37 w 100"/>
                  <a:gd name="T25" fmla="*/ 16 h 88"/>
                  <a:gd name="T26" fmla="*/ 42 w 100"/>
                  <a:gd name="T27" fmla="*/ 14 h 88"/>
                  <a:gd name="T28" fmla="*/ 46 w 100"/>
                  <a:gd name="T29" fmla="*/ 12 h 88"/>
                  <a:gd name="T30" fmla="*/ 49 w 100"/>
                  <a:gd name="T31" fmla="*/ 12 h 88"/>
                  <a:gd name="T32" fmla="*/ 53 w 100"/>
                  <a:gd name="T33" fmla="*/ 13 h 88"/>
                  <a:gd name="T34" fmla="*/ 57 w 100"/>
                  <a:gd name="T35" fmla="*/ 14 h 88"/>
                  <a:gd name="T36" fmla="*/ 60 w 100"/>
                  <a:gd name="T37" fmla="*/ 17 h 88"/>
                  <a:gd name="T38" fmla="*/ 64 w 100"/>
                  <a:gd name="T39" fmla="*/ 20 h 88"/>
                  <a:gd name="T40" fmla="*/ 91 w 100"/>
                  <a:gd name="T41" fmla="*/ 47 h 88"/>
                  <a:gd name="T42" fmla="*/ 100 w 100"/>
                  <a:gd name="T43" fmla="*/ 38 h 88"/>
                  <a:gd name="T44" fmla="*/ 72 w 100"/>
                  <a:gd name="T45" fmla="*/ 10 h 88"/>
                  <a:gd name="T46" fmla="*/ 67 w 100"/>
                  <a:gd name="T47" fmla="*/ 5 h 88"/>
                  <a:gd name="T48" fmla="*/ 62 w 100"/>
                  <a:gd name="T49" fmla="*/ 2 h 88"/>
                  <a:gd name="T50" fmla="*/ 59 w 100"/>
                  <a:gd name="T51" fmla="*/ 1 h 88"/>
                  <a:gd name="T52" fmla="*/ 57 w 100"/>
                  <a:gd name="T53" fmla="*/ 0 h 88"/>
                  <a:gd name="T54" fmla="*/ 54 w 100"/>
                  <a:gd name="T55" fmla="*/ 0 h 88"/>
                  <a:gd name="T56" fmla="*/ 51 w 100"/>
                  <a:gd name="T57" fmla="*/ 0 h 88"/>
                  <a:gd name="T58" fmla="*/ 46 w 100"/>
                  <a:gd name="T59" fmla="*/ 1 h 88"/>
                  <a:gd name="T60" fmla="*/ 41 w 100"/>
                  <a:gd name="T61" fmla="*/ 3 h 88"/>
                  <a:gd name="T62" fmla="*/ 35 w 100"/>
                  <a:gd name="T63" fmla="*/ 6 h 88"/>
                  <a:gd name="T64" fmla="*/ 30 w 100"/>
                  <a:gd name="T65" fmla="*/ 11 h 88"/>
                  <a:gd name="T66" fmla="*/ 24 w 100"/>
                  <a:gd name="T67" fmla="*/ 18 h 88"/>
                  <a:gd name="T68" fmla="*/ 21 w 100"/>
                  <a:gd name="T69" fmla="*/ 21 h 88"/>
                  <a:gd name="T70" fmla="*/ 20 w 100"/>
                  <a:gd name="T71" fmla="*/ 25 h 88"/>
                  <a:gd name="T72" fmla="*/ 19 w 100"/>
                  <a:gd name="T73" fmla="*/ 28 h 88"/>
                  <a:gd name="T74" fmla="*/ 18 w 100"/>
                  <a:gd name="T75" fmla="*/ 32 h 88"/>
                  <a:gd name="T76" fmla="*/ 18 w 100"/>
                  <a:gd name="T77" fmla="*/ 36 h 88"/>
                  <a:gd name="T78" fmla="*/ 18 w 100"/>
                  <a:gd name="T79" fmla="*/ 40 h 88"/>
                  <a:gd name="T80" fmla="*/ 9 w 100"/>
                  <a:gd name="T81" fmla="*/ 33 h 88"/>
                  <a:gd name="T82" fmla="*/ 0 w 100"/>
                  <a:gd name="T83" fmla="*/ 42 h 88"/>
                  <a:gd name="T84" fmla="*/ 10 w 100"/>
                  <a:gd name="T85" fmla="*/ 50 h 88"/>
                  <a:gd name="T86" fmla="*/ 16 w 100"/>
                  <a:gd name="T87" fmla="*/ 56 h 88"/>
                  <a:gd name="T88" fmla="*/ 49 w 100"/>
                  <a:gd name="T8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0" h="88">
                    <a:moveTo>
                      <a:pt x="49" y="88"/>
                    </a:moveTo>
                    <a:lnTo>
                      <a:pt x="59" y="79"/>
                    </a:lnTo>
                    <a:lnTo>
                      <a:pt x="32" y="53"/>
                    </a:lnTo>
                    <a:lnTo>
                      <a:pt x="28" y="49"/>
                    </a:lnTo>
                    <a:lnTo>
                      <a:pt x="26" y="45"/>
                    </a:lnTo>
                    <a:lnTo>
                      <a:pt x="25" y="41"/>
                    </a:lnTo>
                    <a:lnTo>
                      <a:pt x="25" y="36"/>
                    </a:lnTo>
                    <a:lnTo>
                      <a:pt x="26" y="32"/>
                    </a:lnTo>
                    <a:lnTo>
                      <a:pt x="27" y="28"/>
                    </a:lnTo>
                    <a:lnTo>
                      <a:pt x="29" y="25"/>
                    </a:lnTo>
                    <a:lnTo>
                      <a:pt x="30" y="23"/>
                    </a:lnTo>
                    <a:lnTo>
                      <a:pt x="34" y="19"/>
                    </a:lnTo>
                    <a:lnTo>
                      <a:pt x="37" y="16"/>
                    </a:lnTo>
                    <a:lnTo>
                      <a:pt x="42" y="14"/>
                    </a:lnTo>
                    <a:lnTo>
                      <a:pt x="46" y="12"/>
                    </a:lnTo>
                    <a:lnTo>
                      <a:pt x="49" y="12"/>
                    </a:lnTo>
                    <a:lnTo>
                      <a:pt x="53" y="13"/>
                    </a:lnTo>
                    <a:lnTo>
                      <a:pt x="57" y="14"/>
                    </a:lnTo>
                    <a:lnTo>
                      <a:pt x="60" y="17"/>
                    </a:lnTo>
                    <a:lnTo>
                      <a:pt x="64" y="20"/>
                    </a:lnTo>
                    <a:lnTo>
                      <a:pt x="91" y="47"/>
                    </a:lnTo>
                    <a:lnTo>
                      <a:pt x="100" y="38"/>
                    </a:lnTo>
                    <a:lnTo>
                      <a:pt x="72" y="10"/>
                    </a:lnTo>
                    <a:lnTo>
                      <a:pt x="67" y="5"/>
                    </a:lnTo>
                    <a:lnTo>
                      <a:pt x="62" y="2"/>
                    </a:lnTo>
                    <a:lnTo>
                      <a:pt x="59" y="1"/>
                    </a:lnTo>
                    <a:lnTo>
                      <a:pt x="57" y="0"/>
                    </a:lnTo>
                    <a:lnTo>
                      <a:pt x="54" y="0"/>
                    </a:lnTo>
                    <a:lnTo>
                      <a:pt x="51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6"/>
                    </a:lnTo>
                    <a:lnTo>
                      <a:pt x="30" y="11"/>
                    </a:lnTo>
                    <a:lnTo>
                      <a:pt x="24" y="18"/>
                    </a:lnTo>
                    <a:lnTo>
                      <a:pt x="21" y="21"/>
                    </a:lnTo>
                    <a:lnTo>
                      <a:pt x="20" y="25"/>
                    </a:lnTo>
                    <a:lnTo>
                      <a:pt x="19" y="28"/>
                    </a:lnTo>
                    <a:lnTo>
                      <a:pt x="18" y="32"/>
                    </a:lnTo>
                    <a:lnTo>
                      <a:pt x="18" y="36"/>
                    </a:lnTo>
                    <a:lnTo>
                      <a:pt x="18" y="40"/>
                    </a:lnTo>
                    <a:lnTo>
                      <a:pt x="9" y="33"/>
                    </a:lnTo>
                    <a:lnTo>
                      <a:pt x="0" y="42"/>
                    </a:lnTo>
                    <a:lnTo>
                      <a:pt x="10" y="50"/>
                    </a:lnTo>
                    <a:lnTo>
                      <a:pt x="16" y="56"/>
                    </a:lnTo>
                    <a:lnTo>
                      <a:pt x="49" y="8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7" name="Freeform 45"/>
              <p:cNvSpPr>
                <a:spLocks noEditPoints="1"/>
              </p:cNvSpPr>
              <p:nvPr/>
            </p:nvSpPr>
            <p:spPr bwMode="black">
              <a:xfrm>
                <a:off x="3517" y="2662"/>
                <a:ext cx="98" cy="106"/>
              </a:xfrm>
              <a:custGeom>
                <a:avLst/>
                <a:gdLst>
                  <a:gd name="T0" fmla="*/ 20 w 98"/>
                  <a:gd name="T1" fmla="*/ 33 h 106"/>
                  <a:gd name="T2" fmla="*/ 25 w 98"/>
                  <a:gd name="T3" fmla="*/ 28 h 106"/>
                  <a:gd name="T4" fmla="*/ 32 w 98"/>
                  <a:gd name="T5" fmla="*/ 25 h 106"/>
                  <a:gd name="T6" fmla="*/ 41 w 98"/>
                  <a:gd name="T7" fmla="*/ 26 h 106"/>
                  <a:gd name="T8" fmla="*/ 50 w 98"/>
                  <a:gd name="T9" fmla="*/ 30 h 106"/>
                  <a:gd name="T10" fmla="*/ 58 w 98"/>
                  <a:gd name="T11" fmla="*/ 37 h 106"/>
                  <a:gd name="T12" fmla="*/ 60 w 98"/>
                  <a:gd name="T13" fmla="*/ 41 h 106"/>
                  <a:gd name="T14" fmla="*/ 62 w 98"/>
                  <a:gd name="T15" fmla="*/ 50 h 106"/>
                  <a:gd name="T16" fmla="*/ 59 w 98"/>
                  <a:gd name="T17" fmla="*/ 60 h 106"/>
                  <a:gd name="T18" fmla="*/ 53 w 98"/>
                  <a:gd name="T19" fmla="*/ 69 h 106"/>
                  <a:gd name="T20" fmla="*/ 45 w 98"/>
                  <a:gd name="T21" fmla="*/ 74 h 106"/>
                  <a:gd name="T22" fmla="*/ 38 w 98"/>
                  <a:gd name="T23" fmla="*/ 76 h 106"/>
                  <a:gd name="T24" fmla="*/ 31 w 98"/>
                  <a:gd name="T25" fmla="*/ 75 h 106"/>
                  <a:gd name="T26" fmla="*/ 22 w 98"/>
                  <a:gd name="T27" fmla="*/ 71 h 106"/>
                  <a:gd name="T28" fmla="*/ 15 w 98"/>
                  <a:gd name="T29" fmla="*/ 64 h 106"/>
                  <a:gd name="T30" fmla="*/ 11 w 98"/>
                  <a:gd name="T31" fmla="*/ 55 h 106"/>
                  <a:gd name="T32" fmla="*/ 11 w 98"/>
                  <a:gd name="T33" fmla="*/ 46 h 106"/>
                  <a:gd name="T34" fmla="*/ 16 w 98"/>
                  <a:gd name="T35" fmla="*/ 37 h 106"/>
                  <a:gd name="T36" fmla="*/ 77 w 98"/>
                  <a:gd name="T37" fmla="*/ 48 h 106"/>
                  <a:gd name="T38" fmla="*/ 81 w 98"/>
                  <a:gd name="T39" fmla="*/ 51 h 106"/>
                  <a:gd name="T40" fmla="*/ 84 w 98"/>
                  <a:gd name="T41" fmla="*/ 56 h 106"/>
                  <a:gd name="T42" fmla="*/ 86 w 98"/>
                  <a:gd name="T43" fmla="*/ 60 h 106"/>
                  <a:gd name="T44" fmla="*/ 86 w 98"/>
                  <a:gd name="T45" fmla="*/ 66 h 106"/>
                  <a:gd name="T46" fmla="*/ 85 w 98"/>
                  <a:gd name="T47" fmla="*/ 70 h 106"/>
                  <a:gd name="T48" fmla="*/ 79 w 98"/>
                  <a:gd name="T49" fmla="*/ 80 h 106"/>
                  <a:gd name="T50" fmla="*/ 73 w 98"/>
                  <a:gd name="T51" fmla="*/ 89 h 106"/>
                  <a:gd name="T52" fmla="*/ 67 w 98"/>
                  <a:gd name="T53" fmla="*/ 93 h 106"/>
                  <a:gd name="T54" fmla="*/ 61 w 98"/>
                  <a:gd name="T55" fmla="*/ 94 h 106"/>
                  <a:gd name="T56" fmla="*/ 55 w 98"/>
                  <a:gd name="T57" fmla="*/ 92 h 106"/>
                  <a:gd name="T58" fmla="*/ 52 w 98"/>
                  <a:gd name="T59" fmla="*/ 105 h 106"/>
                  <a:gd name="T60" fmla="*/ 57 w 98"/>
                  <a:gd name="T61" fmla="*/ 106 h 106"/>
                  <a:gd name="T62" fmla="*/ 64 w 98"/>
                  <a:gd name="T63" fmla="*/ 106 h 106"/>
                  <a:gd name="T64" fmla="*/ 69 w 98"/>
                  <a:gd name="T65" fmla="*/ 104 h 106"/>
                  <a:gd name="T66" fmla="*/ 74 w 98"/>
                  <a:gd name="T67" fmla="*/ 101 h 106"/>
                  <a:gd name="T68" fmla="*/ 78 w 98"/>
                  <a:gd name="T69" fmla="*/ 97 h 106"/>
                  <a:gd name="T70" fmla="*/ 86 w 98"/>
                  <a:gd name="T71" fmla="*/ 88 h 106"/>
                  <a:gd name="T72" fmla="*/ 96 w 98"/>
                  <a:gd name="T73" fmla="*/ 69 h 106"/>
                  <a:gd name="T74" fmla="*/ 98 w 98"/>
                  <a:gd name="T75" fmla="*/ 60 h 106"/>
                  <a:gd name="T76" fmla="*/ 97 w 98"/>
                  <a:gd name="T77" fmla="*/ 53 h 106"/>
                  <a:gd name="T78" fmla="*/ 93 w 98"/>
                  <a:gd name="T79" fmla="*/ 46 h 106"/>
                  <a:gd name="T80" fmla="*/ 86 w 98"/>
                  <a:gd name="T81" fmla="*/ 39 h 106"/>
                  <a:gd name="T82" fmla="*/ 48 w 98"/>
                  <a:gd name="T83" fmla="*/ 12 h 106"/>
                  <a:gd name="T84" fmla="*/ 33 w 98"/>
                  <a:gd name="T85" fmla="*/ 0 h 106"/>
                  <a:gd name="T86" fmla="*/ 33 w 98"/>
                  <a:gd name="T87" fmla="*/ 17 h 106"/>
                  <a:gd name="T88" fmla="*/ 26 w 98"/>
                  <a:gd name="T89" fmla="*/ 19 h 106"/>
                  <a:gd name="T90" fmla="*/ 19 w 98"/>
                  <a:gd name="T91" fmla="*/ 22 h 106"/>
                  <a:gd name="T92" fmla="*/ 10 w 98"/>
                  <a:gd name="T93" fmla="*/ 30 h 106"/>
                  <a:gd name="T94" fmla="*/ 6 w 98"/>
                  <a:gd name="T95" fmla="*/ 37 h 106"/>
                  <a:gd name="T96" fmla="*/ 2 w 98"/>
                  <a:gd name="T97" fmla="*/ 43 h 106"/>
                  <a:gd name="T98" fmla="*/ 0 w 98"/>
                  <a:gd name="T99" fmla="*/ 53 h 106"/>
                  <a:gd name="T100" fmla="*/ 0 w 98"/>
                  <a:gd name="T101" fmla="*/ 60 h 106"/>
                  <a:gd name="T102" fmla="*/ 3 w 98"/>
                  <a:gd name="T103" fmla="*/ 69 h 106"/>
                  <a:gd name="T104" fmla="*/ 9 w 98"/>
                  <a:gd name="T105" fmla="*/ 77 h 106"/>
                  <a:gd name="T106" fmla="*/ 18 w 98"/>
                  <a:gd name="T107" fmla="*/ 84 h 106"/>
                  <a:gd name="T108" fmla="*/ 21 w 98"/>
                  <a:gd name="T109" fmla="*/ 85 h 106"/>
                  <a:gd name="T110" fmla="*/ 27 w 98"/>
                  <a:gd name="T111" fmla="*/ 88 h 106"/>
                  <a:gd name="T112" fmla="*/ 40 w 98"/>
                  <a:gd name="T113" fmla="*/ 88 h 106"/>
                  <a:gd name="T114" fmla="*/ 46 w 98"/>
                  <a:gd name="T115" fmla="*/ 85 h 106"/>
                  <a:gd name="T116" fmla="*/ 57 w 98"/>
                  <a:gd name="T117" fmla="*/ 78 h 106"/>
                  <a:gd name="T118" fmla="*/ 64 w 98"/>
                  <a:gd name="T119" fmla="*/ 68 h 106"/>
                  <a:gd name="T120" fmla="*/ 68 w 98"/>
                  <a:gd name="T121" fmla="*/ 61 h 106"/>
                  <a:gd name="T122" fmla="*/ 70 w 98"/>
                  <a:gd name="T123" fmla="*/ 54 h 106"/>
                  <a:gd name="T124" fmla="*/ 70 w 98"/>
                  <a:gd name="T125" fmla="*/ 47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8" h="106">
                    <a:moveTo>
                      <a:pt x="16" y="37"/>
                    </a:moveTo>
                    <a:lnTo>
                      <a:pt x="20" y="33"/>
                    </a:lnTo>
                    <a:lnTo>
                      <a:pt x="23" y="29"/>
                    </a:lnTo>
                    <a:lnTo>
                      <a:pt x="25" y="28"/>
                    </a:lnTo>
                    <a:lnTo>
                      <a:pt x="28" y="27"/>
                    </a:lnTo>
                    <a:lnTo>
                      <a:pt x="32" y="25"/>
                    </a:lnTo>
                    <a:lnTo>
                      <a:pt x="36" y="25"/>
                    </a:lnTo>
                    <a:lnTo>
                      <a:pt x="41" y="26"/>
                    </a:lnTo>
                    <a:lnTo>
                      <a:pt x="46" y="27"/>
                    </a:lnTo>
                    <a:lnTo>
                      <a:pt x="50" y="30"/>
                    </a:lnTo>
                    <a:lnTo>
                      <a:pt x="54" y="33"/>
                    </a:lnTo>
                    <a:lnTo>
                      <a:pt x="58" y="37"/>
                    </a:lnTo>
                    <a:lnTo>
                      <a:pt x="59" y="39"/>
                    </a:lnTo>
                    <a:lnTo>
                      <a:pt x="60" y="41"/>
                    </a:lnTo>
                    <a:lnTo>
                      <a:pt x="61" y="46"/>
                    </a:lnTo>
                    <a:lnTo>
                      <a:pt x="62" y="50"/>
                    </a:lnTo>
                    <a:lnTo>
                      <a:pt x="61" y="55"/>
                    </a:lnTo>
                    <a:lnTo>
                      <a:pt x="59" y="60"/>
                    </a:lnTo>
                    <a:lnTo>
                      <a:pt x="56" y="65"/>
                    </a:lnTo>
                    <a:lnTo>
                      <a:pt x="53" y="69"/>
                    </a:lnTo>
                    <a:lnTo>
                      <a:pt x="49" y="72"/>
                    </a:lnTo>
                    <a:lnTo>
                      <a:pt x="45" y="74"/>
                    </a:lnTo>
                    <a:lnTo>
                      <a:pt x="40" y="76"/>
                    </a:lnTo>
                    <a:lnTo>
                      <a:pt x="38" y="76"/>
                    </a:lnTo>
                    <a:lnTo>
                      <a:pt x="36" y="76"/>
                    </a:lnTo>
                    <a:lnTo>
                      <a:pt x="31" y="75"/>
                    </a:lnTo>
                    <a:lnTo>
                      <a:pt x="27" y="74"/>
                    </a:lnTo>
                    <a:lnTo>
                      <a:pt x="22" y="71"/>
                    </a:lnTo>
                    <a:lnTo>
                      <a:pt x="18" y="67"/>
                    </a:lnTo>
                    <a:lnTo>
                      <a:pt x="15" y="64"/>
                    </a:lnTo>
                    <a:lnTo>
                      <a:pt x="12" y="60"/>
                    </a:lnTo>
                    <a:lnTo>
                      <a:pt x="11" y="55"/>
                    </a:lnTo>
                    <a:lnTo>
                      <a:pt x="11" y="51"/>
                    </a:lnTo>
                    <a:lnTo>
                      <a:pt x="11" y="46"/>
                    </a:lnTo>
                    <a:lnTo>
                      <a:pt x="13" y="41"/>
                    </a:lnTo>
                    <a:lnTo>
                      <a:pt x="16" y="37"/>
                    </a:lnTo>
                    <a:close/>
                    <a:moveTo>
                      <a:pt x="70" y="43"/>
                    </a:moveTo>
                    <a:lnTo>
                      <a:pt x="77" y="48"/>
                    </a:lnTo>
                    <a:lnTo>
                      <a:pt x="79" y="49"/>
                    </a:lnTo>
                    <a:lnTo>
                      <a:pt x="81" y="51"/>
                    </a:lnTo>
                    <a:lnTo>
                      <a:pt x="83" y="54"/>
                    </a:lnTo>
                    <a:lnTo>
                      <a:pt x="84" y="56"/>
                    </a:lnTo>
                    <a:lnTo>
                      <a:pt x="85" y="58"/>
                    </a:lnTo>
                    <a:lnTo>
                      <a:pt x="86" y="60"/>
                    </a:lnTo>
                    <a:lnTo>
                      <a:pt x="86" y="62"/>
                    </a:lnTo>
                    <a:lnTo>
                      <a:pt x="86" y="66"/>
                    </a:lnTo>
                    <a:lnTo>
                      <a:pt x="85" y="68"/>
                    </a:lnTo>
                    <a:lnTo>
                      <a:pt x="85" y="70"/>
                    </a:lnTo>
                    <a:lnTo>
                      <a:pt x="82" y="75"/>
                    </a:lnTo>
                    <a:lnTo>
                      <a:pt x="79" y="80"/>
                    </a:lnTo>
                    <a:lnTo>
                      <a:pt x="76" y="85"/>
                    </a:lnTo>
                    <a:lnTo>
                      <a:pt x="73" y="89"/>
                    </a:lnTo>
                    <a:lnTo>
                      <a:pt x="70" y="91"/>
                    </a:lnTo>
                    <a:lnTo>
                      <a:pt x="67" y="93"/>
                    </a:lnTo>
                    <a:lnTo>
                      <a:pt x="64" y="94"/>
                    </a:lnTo>
                    <a:lnTo>
                      <a:pt x="61" y="94"/>
                    </a:lnTo>
                    <a:lnTo>
                      <a:pt x="58" y="93"/>
                    </a:lnTo>
                    <a:lnTo>
                      <a:pt x="55" y="92"/>
                    </a:lnTo>
                    <a:lnTo>
                      <a:pt x="47" y="102"/>
                    </a:lnTo>
                    <a:lnTo>
                      <a:pt x="52" y="105"/>
                    </a:lnTo>
                    <a:lnTo>
                      <a:pt x="54" y="106"/>
                    </a:lnTo>
                    <a:lnTo>
                      <a:pt x="57" y="106"/>
                    </a:lnTo>
                    <a:lnTo>
                      <a:pt x="61" y="106"/>
                    </a:lnTo>
                    <a:lnTo>
                      <a:pt x="64" y="106"/>
                    </a:lnTo>
                    <a:lnTo>
                      <a:pt x="66" y="105"/>
                    </a:lnTo>
                    <a:lnTo>
                      <a:pt x="69" y="104"/>
                    </a:lnTo>
                    <a:lnTo>
                      <a:pt x="71" y="103"/>
                    </a:lnTo>
                    <a:lnTo>
                      <a:pt x="74" y="101"/>
                    </a:lnTo>
                    <a:lnTo>
                      <a:pt x="76" y="99"/>
                    </a:lnTo>
                    <a:lnTo>
                      <a:pt x="78" y="97"/>
                    </a:lnTo>
                    <a:lnTo>
                      <a:pt x="81" y="94"/>
                    </a:lnTo>
                    <a:lnTo>
                      <a:pt x="86" y="88"/>
                    </a:lnTo>
                    <a:lnTo>
                      <a:pt x="92" y="78"/>
                    </a:lnTo>
                    <a:lnTo>
                      <a:pt x="96" y="69"/>
                    </a:lnTo>
                    <a:lnTo>
                      <a:pt x="97" y="64"/>
                    </a:lnTo>
                    <a:lnTo>
                      <a:pt x="98" y="60"/>
                    </a:lnTo>
                    <a:lnTo>
                      <a:pt x="98" y="56"/>
                    </a:lnTo>
                    <a:lnTo>
                      <a:pt x="97" y="53"/>
                    </a:lnTo>
                    <a:lnTo>
                      <a:pt x="95" y="48"/>
                    </a:lnTo>
                    <a:lnTo>
                      <a:pt x="93" y="46"/>
                    </a:lnTo>
                    <a:lnTo>
                      <a:pt x="91" y="43"/>
                    </a:lnTo>
                    <a:lnTo>
                      <a:pt x="86" y="39"/>
                    </a:lnTo>
                    <a:lnTo>
                      <a:pt x="80" y="35"/>
                    </a:lnTo>
                    <a:lnTo>
                      <a:pt x="48" y="12"/>
                    </a:lnTo>
                    <a:lnTo>
                      <a:pt x="40" y="7"/>
                    </a:lnTo>
                    <a:lnTo>
                      <a:pt x="33" y="0"/>
                    </a:lnTo>
                    <a:lnTo>
                      <a:pt x="25" y="11"/>
                    </a:lnTo>
                    <a:lnTo>
                      <a:pt x="33" y="17"/>
                    </a:lnTo>
                    <a:lnTo>
                      <a:pt x="29" y="18"/>
                    </a:lnTo>
                    <a:lnTo>
                      <a:pt x="26" y="19"/>
                    </a:lnTo>
                    <a:lnTo>
                      <a:pt x="22" y="20"/>
                    </a:lnTo>
                    <a:lnTo>
                      <a:pt x="19" y="22"/>
                    </a:lnTo>
                    <a:lnTo>
                      <a:pt x="13" y="27"/>
                    </a:lnTo>
                    <a:lnTo>
                      <a:pt x="10" y="30"/>
                    </a:lnTo>
                    <a:lnTo>
                      <a:pt x="8" y="33"/>
                    </a:lnTo>
                    <a:lnTo>
                      <a:pt x="6" y="37"/>
                    </a:lnTo>
                    <a:lnTo>
                      <a:pt x="4" y="40"/>
                    </a:lnTo>
                    <a:lnTo>
                      <a:pt x="2" y="43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2" y="66"/>
                    </a:lnTo>
                    <a:lnTo>
                      <a:pt x="3" y="69"/>
                    </a:lnTo>
                    <a:lnTo>
                      <a:pt x="5" y="72"/>
                    </a:lnTo>
                    <a:lnTo>
                      <a:pt x="9" y="77"/>
                    </a:lnTo>
                    <a:lnTo>
                      <a:pt x="15" y="82"/>
                    </a:lnTo>
                    <a:lnTo>
                      <a:pt x="18" y="84"/>
                    </a:lnTo>
                    <a:lnTo>
                      <a:pt x="19" y="85"/>
                    </a:lnTo>
                    <a:lnTo>
                      <a:pt x="21" y="85"/>
                    </a:lnTo>
                    <a:lnTo>
                      <a:pt x="24" y="88"/>
                    </a:lnTo>
                    <a:lnTo>
                      <a:pt x="27" y="88"/>
                    </a:lnTo>
                    <a:lnTo>
                      <a:pt x="34" y="89"/>
                    </a:lnTo>
                    <a:lnTo>
                      <a:pt x="40" y="88"/>
                    </a:lnTo>
                    <a:lnTo>
                      <a:pt x="43" y="88"/>
                    </a:lnTo>
                    <a:lnTo>
                      <a:pt x="46" y="85"/>
                    </a:lnTo>
                    <a:lnTo>
                      <a:pt x="52" y="82"/>
                    </a:lnTo>
                    <a:lnTo>
                      <a:pt x="57" y="78"/>
                    </a:lnTo>
                    <a:lnTo>
                      <a:pt x="62" y="72"/>
                    </a:lnTo>
                    <a:lnTo>
                      <a:pt x="64" y="68"/>
                    </a:lnTo>
                    <a:lnTo>
                      <a:pt x="66" y="65"/>
                    </a:lnTo>
                    <a:lnTo>
                      <a:pt x="68" y="61"/>
                    </a:lnTo>
                    <a:lnTo>
                      <a:pt x="69" y="58"/>
                    </a:lnTo>
                    <a:lnTo>
                      <a:pt x="70" y="54"/>
                    </a:lnTo>
                    <a:lnTo>
                      <a:pt x="70" y="50"/>
                    </a:lnTo>
                    <a:lnTo>
                      <a:pt x="70" y="47"/>
                    </a:lnTo>
                    <a:lnTo>
                      <a:pt x="70" y="4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1933089" y="3429001"/>
            <a:ext cx="2027724" cy="1136132"/>
          </a:xfrm>
          <a:prstGeom prst="rect">
            <a:avLst/>
          </a:prstGeom>
          <a:solidFill>
            <a:srgbClr val="C9FB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8825" tIns="44412" rIns="88825" bIns="44412">
            <a:spAutoFit/>
          </a:bodyPr>
          <a:lstStyle>
            <a:lvl1pPr marL="222250" indent="-22225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4450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8900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31913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776413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336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6908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480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6052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期末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回顾评估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评估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及发展</a:t>
            </a: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49" name="Text Box 47"/>
          <p:cNvSpPr txBox="1">
            <a:spLocks noChangeArrowheads="1"/>
          </p:cNvSpPr>
          <p:nvPr/>
        </p:nvSpPr>
        <p:spPr bwMode="auto">
          <a:xfrm>
            <a:off x="7850659" y="1504297"/>
            <a:ext cx="2667000" cy="113613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825" tIns="44412" rIns="88825" bIns="44412">
            <a:spAutoFit/>
          </a:bodyPr>
          <a:lstStyle>
            <a:lvl1pPr marL="222250" indent="-22225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4450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8900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31913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776413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336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6908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480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6052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SzTx/>
              <a:buFont typeface="Monotype Sorts" pitchFamily="2" charset="2"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始期望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设定</a:t>
            </a: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目标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行为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发展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计划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与员工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达成共识</a:t>
            </a:r>
          </a:p>
        </p:txBody>
      </p:sp>
      <p:sp>
        <p:nvSpPr>
          <p:cNvPr id="50" name="Text Box 48"/>
          <p:cNvSpPr txBox="1">
            <a:spLocks noChangeArrowheads="1"/>
          </p:cNvSpPr>
          <p:nvPr/>
        </p:nvSpPr>
        <p:spPr bwMode="auto">
          <a:xfrm>
            <a:off x="7787092" y="4091020"/>
            <a:ext cx="2668587" cy="1136132"/>
          </a:xfrm>
          <a:prstGeom prst="rect">
            <a:avLst/>
          </a:prstGeom>
          <a:solidFill>
            <a:srgbClr val="F6FCA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825" tIns="44412" rIns="88825" bIns="44412">
            <a:spAutoFit/>
          </a:bodyPr>
          <a:lstStyle>
            <a:lvl1pPr marL="222250" indent="-22225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4450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89000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31913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776413" defTabSz="889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336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6908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480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605213" defTabSz="889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SzTx/>
              <a:buFont typeface="Monotype Sorts" pitchFamily="2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期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中追踪</a:t>
            </a:r>
            <a:endParaRPr kumimoji="0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追踪目标及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能力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反馈辅导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222250" marR="0" lvl="0" indent="-222250" algn="l" defTabSz="8890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期中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回顾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2" name="标题 7">
            <a:extLst>
              <a:ext uri="{FF2B5EF4-FFF2-40B4-BE49-F238E27FC236}">
                <a16:creationId xmlns:a16="http://schemas.microsoft.com/office/drawing/2014/main" id="{0D8DA111-7A72-43C3-BD46-8CD2A29DCBE8}"/>
              </a:ext>
            </a:extLst>
          </p:cNvPr>
          <p:cNvSpPr txBox="1">
            <a:spLocks/>
          </p:cNvSpPr>
          <p:nvPr/>
        </p:nvSpPr>
        <p:spPr>
          <a:xfrm>
            <a:off x="863176" y="647422"/>
            <a:ext cx="8458200" cy="72455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spcBef>
                <a:spcPct val="0"/>
              </a:spcBef>
              <a:buNone/>
              <a:defRPr sz="21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驱动绩效结果</a:t>
            </a:r>
          </a:p>
        </p:txBody>
      </p:sp>
      <p:sp>
        <p:nvSpPr>
          <p:cNvPr id="3" name="标题 7">
            <a:extLst>
              <a:ext uri="{FF2B5EF4-FFF2-40B4-BE49-F238E27FC236}">
                <a16:creationId xmlns:a16="http://schemas.microsoft.com/office/drawing/2014/main" id="{C2BB87B1-4047-7EC1-37D5-3C0ABC9FA454}"/>
              </a:ext>
            </a:extLst>
          </p:cNvPr>
          <p:cNvSpPr txBox="1">
            <a:spLocks/>
          </p:cNvSpPr>
          <p:nvPr/>
        </p:nvSpPr>
        <p:spPr>
          <a:xfrm>
            <a:off x="333407" y="5201981"/>
            <a:ext cx="4854278" cy="72455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spcBef>
                <a:spcPct val="0"/>
              </a:spcBef>
              <a:buNone/>
              <a:defRPr sz="21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58919EB-8E17-E90E-952C-4CE0B863B596}"/>
              </a:ext>
            </a:extLst>
          </p:cNvPr>
          <p:cNvSpPr txBox="1"/>
          <p:nvPr/>
        </p:nvSpPr>
        <p:spPr>
          <a:xfrm>
            <a:off x="879505" y="1181709"/>
            <a:ext cx="6097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结果始于初始的期望设定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结果离不开日常的追踪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结果也源于每一次的对谈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53" name="文本框 12">
            <a:extLst>
              <a:ext uri="{FF2B5EF4-FFF2-40B4-BE49-F238E27FC236}">
                <a16:creationId xmlns:a16="http://schemas.microsoft.com/office/drawing/2014/main" id="{411888C8-C83B-EDC1-A85C-A5BF28121FD6}"/>
              </a:ext>
            </a:extLst>
          </p:cNvPr>
          <p:cNvSpPr txBox="1"/>
          <p:nvPr/>
        </p:nvSpPr>
        <p:spPr>
          <a:xfrm>
            <a:off x="2011319" y="5385592"/>
            <a:ext cx="347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美化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015357E-3582-AD6D-203D-D7408B5DC285}"/>
              </a:ext>
            </a:extLst>
          </p:cNvPr>
          <p:cNvSpPr txBox="1"/>
          <p:nvPr/>
        </p:nvSpPr>
        <p:spPr>
          <a:xfrm>
            <a:off x="8611273" y="317337"/>
            <a:ext cx="3478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图形调整为深褐色和浅褐色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微软雅黑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文字字号和颜色统一调整成黑色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F4BB4552-3C37-7515-38C5-9FBAF6E1FC4C}"/>
              </a:ext>
            </a:extLst>
          </p:cNvPr>
          <p:cNvSpPr/>
          <p:nvPr/>
        </p:nvSpPr>
        <p:spPr>
          <a:xfrm>
            <a:off x="36820" y="3193828"/>
            <a:ext cx="1143000" cy="10160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1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8F73-1E94-4392-982D-F1FC2ADA9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948" y="885333"/>
            <a:ext cx="3618457" cy="607255"/>
          </a:xfrm>
        </p:spPr>
        <p:txBody>
          <a:bodyPr>
            <a:no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sym typeface="Arial" panose="020B0604020202020204" pitchFamily="34" charset="0"/>
              </a:rPr>
              <a:t>你需要发挥影响力</a:t>
            </a:r>
            <a:endParaRPr lang="en-US" sz="280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66F0A-519B-449E-B5D3-80A486ACBEC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40949" y="1740415"/>
            <a:ext cx="3113920" cy="1426125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zh-CN" altLang="en-US" sz="2000" dirty="0">
                <a:latin typeface="Arial" panose="020B0604020202020204" pitchFamily="34" charset="0"/>
                <a:ea typeface="Microsoft YaHei" panose="020B0503020204020204" pitchFamily="34" charset="-122"/>
                <a:cs typeface="Arial"/>
                <a:sym typeface="Arial" panose="020B0604020202020204" pitchFamily="34" charset="0"/>
              </a:rPr>
              <a:t>推动他人作出承诺，以支持某个具体业务成果。</a:t>
            </a: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/>
              <a:sym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/>
                <a:sym typeface="Arial" panose="020B0604020202020204" pitchFamily="34" charset="0"/>
              </a:rPr>
              <a:t>Making things happen.</a:t>
            </a:r>
            <a:endParaRPr lang="zh-CN" altLang="en-US" sz="2000" dirty="0"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022864-B938-AAF2-98EE-98FFCC943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02" y="3231563"/>
            <a:ext cx="3494406" cy="255821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EB22801-A8E5-9C8D-37CF-64FD48AA5993}"/>
              </a:ext>
            </a:extLst>
          </p:cNvPr>
          <p:cNvSpPr txBox="1">
            <a:spLocks/>
          </p:cNvSpPr>
          <p:nvPr/>
        </p:nvSpPr>
        <p:spPr bwMode="auto">
          <a:xfrm>
            <a:off x="4404732" y="885334"/>
            <a:ext cx="4972989" cy="534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21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itchFamily="18" charset="0"/>
              </a:defRPr>
            </a:lvl1pPr>
            <a:lvl2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2pPr>
            <a:lvl3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3pPr>
            <a:lvl4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4pPr>
            <a:lvl5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5pPr>
            <a:lvl6pPr marL="4572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6pPr>
            <a:lvl7pPr marL="9144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7pPr>
            <a:lvl8pPr marL="13716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8pPr>
            <a:lvl9pPr marL="18288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2163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Times New Roman" pitchFamily="18" charset="0"/>
                <a:sym typeface="Arial" panose="020B0604020202020204" pitchFamily="34" charset="0"/>
              </a:rPr>
              <a:t>你需要合作取得多赢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2163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Times New Roman" pitchFamily="18" charset="0"/>
              <a:sym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20B698-59E4-FD7C-3BDA-A04ADB809F64}"/>
              </a:ext>
            </a:extLst>
          </p:cNvPr>
          <p:cNvSpPr txBox="1">
            <a:spLocks/>
          </p:cNvSpPr>
          <p:nvPr/>
        </p:nvSpPr>
        <p:spPr bwMode="auto">
          <a:xfrm>
            <a:off x="8274205" y="885333"/>
            <a:ext cx="3764940" cy="527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21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itchFamily="18" charset="0"/>
              </a:defRPr>
            </a:lvl1pPr>
            <a:lvl2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2pPr>
            <a:lvl3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3pPr>
            <a:lvl4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4pPr>
            <a:lvl5pPr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5pPr>
            <a:lvl6pPr marL="4572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6pPr>
            <a:lvl7pPr marL="9144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7pPr>
            <a:lvl8pPr marL="13716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8pPr>
            <a:lvl9pPr marL="1828800" algn="l" rtl="0" fontAlgn="base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defRPr sz="4200">
                <a:solidFill>
                  <a:srgbClr val="0085CF"/>
                </a:solidFill>
                <a:latin typeface="Arial Narrow" pitchFamily="34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4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2163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Times New Roman" pitchFamily="18" charset="0"/>
                <a:sym typeface="Arial" panose="020B0604020202020204" pitchFamily="34" charset="0"/>
              </a:rPr>
              <a:t>你需要打造团队战斗力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2163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Times New Roman" pitchFamily="18" charset="0"/>
              <a:sym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E2C5581-9074-8771-8AB1-DABEE054B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816" y="3166540"/>
            <a:ext cx="2943091" cy="229949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BB662A3-7B15-32D2-B320-99F00E9FF585}"/>
              </a:ext>
            </a:extLst>
          </p:cNvPr>
          <p:cNvSpPr txBox="1"/>
          <p:nvPr/>
        </p:nvSpPr>
        <p:spPr>
          <a:xfrm>
            <a:off x="4740631" y="1740415"/>
            <a:ext cx="3134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通过合作，共同负责，达成共同目标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Building winning partnership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CB0C43-2E96-C5A6-0E92-0EB78E6A106D}"/>
              </a:ext>
            </a:extLst>
          </p:cNvPr>
          <p:cNvSpPr txBox="1"/>
          <p:nvPr/>
        </p:nvSpPr>
        <p:spPr>
          <a:xfrm>
            <a:off x="8685129" y="1740415"/>
            <a:ext cx="2943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真正实现团队合作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Teamwork works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4" name="群組 18">
            <a:extLst>
              <a:ext uri="{FF2B5EF4-FFF2-40B4-BE49-F238E27FC236}">
                <a16:creationId xmlns:a16="http://schemas.microsoft.com/office/drawing/2014/main" id="{C75B089C-00D0-994E-7B5C-CBC3A870669A}"/>
              </a:ext>
            </a:extLst>
          </p:cNvPr>
          <p:cNvGrpSpPr/>
          <p:nvPr/>
        </p:nvGrpSpPr>
        <p:grpSpPr>
          <a:xfrm>
            <a:off x="8598574" y="2944041"/>
            <a:ext cx="3029647" cy="2875107"/>
            <a:chOff x="1905000" y="1143000"/>
            <a:chExt cx="5410200" cy="5337335"/>
          </a:xfrm>
        </p:grpSpPr>
        <p:pic>
          <p:nvPicPr>
            <p:cNvPr id="15" name="圖片 20" descr="未命名-1.jpg">
              <a:extLst>
                <a:ext uri="{FF2B5EF4-FFF2-40B4-BE49-F238E27FC236}">
                  <a16:creationId xmlns:a16="http://schemas.microsoft.com/office/drawing/2014/main" id="{A20CB0D9-339E-409E-1CF6-733DB480C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00" y="1143000"/>
              <a:ext cx="5410200" cy="5337335"/>
            </a:xfrm>
            <a:prstGeom prst="rect">
              <a:avLst/>
            </a:prstGeom>
          </p:spPr>
        </p:pic>
        <p:sp>
          <p:nvSpPr>
            <p:cNvPr id="16" name="文字方塊 3">
              <a:extLst>
                <a:ext uri="{FF2B5EF4-FFF2-40B4-BE49-F238E27FC236}">
                  <a16:creationId xmlns:a16="http://schemas.microsoft.com/office/drawing/2014/main" id="{1ADDB253-7936-AACB-BE2C-B8A26A5E5691}"/>
                </a:ext>
              </a:extLst>
            </p:cNvPr>
            <p:cNvSpPr txBox="1"/>
            <p:nvPr/>
          </p:nvSpPr>
          <p:spPr>
            <a:xfrm>
              <a:off x="3200400" y="2286000"/>
              <a:ext cx="1143000" cy="524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信任</a:t>
              </a:r>
            </a:p>
          </p:txBody>
        </p:sp>
        <p:sp>
          <p:nvSpPr>
            <p:cNvPr id="17" name="文字方塊 4">
              <a:extLst>
                <a:ext uri="{FF2B5EF4-FFF2-40B4-BE49-F238E27FC236}">
                  <a16:creationId xmlns:a16="http://schemas.microsoft.com/office/drawing/2014/main" id="{43C0B5F6-02FA-95A7-3A4C-58694DE6A7CE}"/>
                </a:ext>
              </a:extLst>
            </p:cNvPr>
            <p:cNvSpPr txBox="1"/>
            <p:nvPr/>
          </p:nvSpPr>
          <p:spPr>
            <a:xfrm>
              <a:off x="5334000" y="2286000"/>
              <a:ext cx="1143000" cy="524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结果</a:t>
              </a:r>
            </a:p>
          </p:txBody>
        </p:sp>
        <p:sp>
          <p:nvSpPr>
            <p:cNvPr id="18" name="文字方塊 5">
              <a:extLst>
                <a:ext uri="{FF2B5EF4-FFF2-40B4-BE49-F238E27FC236}">
                  <a16:creationId xmlns:a16="http://schemas.microsoft.com/office/drawing/2014/main" id="{33395929-7C46-4945-165E-73C5CA93B0FD}"/>
                </a:ext>
              </a:extLst>
            </p:cNvPr>
            <p:cNvSpPr txBox="1"/>
            <p:nvPr/>
          </p:nvSpPr>
          <p:spPr>
            <a:xfrm>
              <a:off x="2590799" y="4114800"/>
              <a:ext cx="1143000" cy="524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流程</a:t>
              </a:r>
            </a:p>
          </p:txBody>
        </p:sp>
        <p:sp>
          <p:nvSpPr>
            <p:cNvPr id="19" name="文字方塊 6">
              <a:extLst>
                <a:ext uri="{FF2B5EF4-FFF2-40B4-BE49-F238E27FC236}">
                  <a16:creationId xmlns:a16="http://schemas.microsoft.com/office/drawing/2014/main" id="{39F73AFB-DE5F-B1CA-DD38-D48635312992}"/>
                </a:ext>
              </a:extLst>
            </p:cNvPr>
            <p:cNvSpPr txBox="1"/>
            <p:nvPr/>
          </p:nvSpPr>
          <p:spPr>
            <a:xfrm>
              <a:off x="4267200" y="5562600"/>
              <a:ext cx="1143000" cy="524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沟通</a:t>
              </a:r>
            </a:p>
          </p:txBody>
        </p:sp>
        <p:sp>
          <p:nvSpPr>
            <p:cNvPr id="20" name="文字方塊 7">
              <a:extLst>
                <a:ext uri="{FF2B5EF4-FFF2-40B4-BE49-F238E27FC236}">
                  <a16:creationId xmlns:a16="http://schemas.microsoft.com/office/drawing/2014/main" id="{65212D41-EF1E-BE47-3DD4-48F558CA6645}"/>
                </a:ext>
              </a:extLst>
            </p:cNvPr>
            <p:cNvSpPr txBox="1"/>
            <p:nvPr/>
          </p:nvSpPr>
          <p:spPr>
            <a:xfrm>
              <a:off x="5952464" y="4277833"/>
              <a:ext cx="1143000" cy="524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承诺</a:t>
              </a:r>
            </a:p>
          </p:txBody>
        </p:sp>
        <p:sp>
          <p:nvSpPr>
            <p:cNvPr id="21" name="文字方塊 8">
              <a:extLst>
                <a:ext uri="{FF2B5EF4-FFF2-40B4-BE49-F238E27FC236}">
                  <a16:creationId xmlns:a16="http://schemas.microsoft.com/office/drawing/2014/main" id="{2530B50D-8C8E-0DAC-7BC3-4CA0D9AD817D}"/>
                </a:ext>
              </a:extLst>
            </p:cNvPr>
            <p:cNvSpPr txBox="1"/>
            <p:nvPr/>
          </p:nvSpPr>
          <p:spPr>
            <a:xfrm>
              <a:off x="4190999" y="3657599"/>
              <a:ext cx="1477094" cy="524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1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领导者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99445B4-7A56-84E4-C7D0-A44A557F43F3}"/>
              </a:ext>
            </a:extLst>
          </p:cNvPr>
          <p:cNvSpPr txBox="1"/>
          <p:nvPr/>
        </p:nvSpPr>
        <p:spPr>
          <a:xfrm>
            <a:off x="673070" y="5910262"/>
            <a:ext cx="347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加粗字体调整成深褐色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D621DDE-2F43-42D1-A178-CF48D7B0217B}"/>
              </a:ext>
            </a:extLst>
          </p:cNvPr>
          <p:cNvSpPr/>
          <p:nvPr/>
        </p:nvSpPr>
        <p:spPr>
          <a:xfrm>
            <a:off x="-485775" y="636997"/>
            <a:ext cx="1143000" cy="1016026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27648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E55F66C-0429-458A-8C3D-79F97631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4559"/>
            <a:ext cx="10744200" cy="990600"/>
          </a:xfrm>
        </p:spPr>
        <p:txBody>
          <a:bodyPr/>
          <a:lstStyle/>
          <a:p>
            <a:r>
              <a:rPr lang="zh-CN" altLang="en-US" dirty="0">
                <a:ea typeface="SimHei" panose="02010609060101010101" pitchFamily="49" charset="-122"/>
              </a:rPr>
              <a:t>发现领导才干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02EC51E-E952-4A88-B037-3128229501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3115" y="1257638"/>
            <a:ext cx="6454388" cy="4800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a typeface="SimHei" panose="02010609060101010101" pitchFamily="49" charset="-122"/>
              </a:rPr>
              <a:t>与小组成员一起讨论分配给你的才干。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a typeface="SimHei" panose="02010609060101010101" pitchFamily="49" charset="-122"/>
              </a:rPr>
              <a:t>准备具有这项才干的人员的资料：</a:t>
            </a:r>
          </a:p>
          <a:p>
            <a:pPr lvl="1" indent="-231775">
              <a:buFont typeface="Arial" panose="020B0604020202020204" pitchFamily="34" charset="0"/>
              <a:buChar char="•"/>
            </a:pPr>
            <a:r>
              <a:rPr lang="zh-CN" altLang="en-US" sz="3000" dirty="0">
                <a:ea typeface="SimHei" panose="02010609060101010101" pitchFamily="49" charset="-122"/>
              </a:rPr>
              <a:t>他们表现出色的活动。</a:t>
            </a:r>
          </a:p>
          <a:p>
            <a:pPr lvl="1" indent="-231775">
              <a:buFont typeface="Arial" panose="020B0604020202020204" pitchFamily="34" charset="0"/>
              <a:buChar char="•"/>
            </a:pPr>
            <a:r>
              <a:rPr lang="zh-CN" altLang="en-US" sz="3000" dirty="0">
                <a:ea typeface="SimHei" panose="02010609060101010101" pitchFamily="49" charset="-122"/>
              </a:rPr>
              <a:t>他们在展示才干时可能会说的一句话或一个短语。</a:t>
            </a:r>
            <a:endParaRPr lang="en-US" altLang="zh-CN" sz="3000" dirty="0">
              <a:ea typeface="SimHei" panose="02010609060101010101" pitchFamily="49" charset="-122"/>
            </a:endParaRPr>
          </a:p>
          <a:p>
            <a:pPr lvl="1" indent="-231775">
              <a:buFont typeface="Arial" panose="020B0604020202020204" pitchFamily="34" charset="0"/>
              <a:buChar char="•"/>
            </a:pPr>
            <a:r>
              <a:rPr lang="zh-CN" altLang="en-US" sz="3000" dirty="0">
                <a:ea typeface="SimHei" panose="02010609060101010101" pitchFamily="49" charset="-122"/>
              </a:rPr>
              <a:t>有利于哪些领导力要务的体现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a typeface="SimHei" panose="02010609060101010101" pitchFamily="49" charset="-122"/>
              </a:rPr>
              <a:t>指定一名记录员</a:t>
            </a:r>
            <a:r>
              <a:rPr lang="en-US" altLang="zh-CN" dirty="0">
                <a:ea typeface="SimHei" panose="02010609060101010101" pitchFamily="49" charset="-122"/>
              </a:rPr>
              <a:t>/</a:t>
            </a:r>
            <a:r>
              <a:rPr lang="zh-CN" altLang="en-US" dirty="0">
                <a:ea typeface="SimHei" panose="02010609060101010101" pitchFamily="49" charset="-122"/>
              </a:rPr>
              <a:t>发言人，与全体学员分享这些资料。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3973C4-CDFF-4E23-99C0-1713D5F86F67}"/>
              </a:ext>
            </a:extLst>
          </p:cNvPr>
          <p:cNvGrpSpPr/>
          <p:nvPr/>
        </p:nvGrpSpPr>
        <p:grpSpPr>
          <a:xfrm>
            <a:off x="8923385" y="4859196"/>
            <a:ext cx="1346887" cy="1184868"/>
            <a:chOff x="3458190" y="3732890"/>
            <a:chExt cx="1295400" cy="118486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3A9E3AC-576D-4812-90AF-D5D0D4E87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4305" y="3732890"/>
              <a:ext cx="914400" cy="914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8885A6-E51A-491A-A455-17C0D15C8A9D}"/>
                </a:ext>
              </a:extLst>
            </p:cNvPr>
            <p:cNvSpPr txBox="1"/>
            <p:nvPr/>
          </p:nvSpPr>
          <p:spPr>
            <a:xfrm>
              <a:off x="3458190" y="4640759"/>
              <a:ext cx="1295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SimHei" panose="02010609060101010101" pitchFamily="49" charset="-122"/>
                  <a:cs typeface="+mn-cs"/>
                </a:rPr>
                <a:t>5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SimHei" panose="02010609060101010101" pitchFamily="49" charset="-122"/>
                  <a:cs typeface="+mn-cs"/>
                </a:rPr>
                <a:t>分钟</a:t>
              </a:r>
            </a:p>
          </p:txBody>
        </p:sp>
      </p:grp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046B67-5B93-4EB1-878A-921F294FFE45}"/>
              </a:ext>
            </a:extLst>
          </p:cNvPr>
          <p:cNvGraphicFramePr>
            <a:graphicFrameLocks noGrp="1"/>
          </p:cNvGraphicFramePr>
          <p:nvPr/>
        </p:nvGraphicFramePr>
        <p:xfrm>
          <a:off x="7852930" y="1392610"/>
          <a:ext cx="360543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69">
                  <a:extLst>
                    <a:ext uri="{9D8B030D-6E8A-4147-A177-3AD203B41FA5}">
                      <a16:colId xmlns:a16="http://schemas.microsoft.com/office/drawing/2014/main" val="2164006864"/>
                    </a:ext>
                  </a:extLst>
                </a:gridCol>
                <a:gridCol w="2159158">
                  <a:extLst>
                    <a:ext uri="{9D8B030D-6E8A-4147-A177-3AD203B41FA5}">
                      <a16:colId xmlns:a16="http://schemas.microsoft.com/office/drawing/2014/main" val="3363377667"/>
                    </a:ext>
                  </a:extLst>
                </a:gridCol>
                <a:gridCol w="936703">
                  <a:extLst>
                    <a:ext uri="{9D8B030D-6E8A-4147-A177-3AD203B41FA5}">
                      <a16:colId xmlns:a16="http://schemas.microsoft.com/office/drawing/2014/main" val="1030294980"/>
                    </a:ext>
                  </a:extLst>
                </a:gridCol>
              </a:tblGrid>
              <a:tr h="504527"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latin typeface="Century Gothic" panose="020B0502020202020204" pitchFamily="34" charset="0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才干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页码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758273"/>
                  </a:ext>
                </a:extLst>
              </a:tr>
              <a:tr h="44517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2400" dirty="0">
                        <a:latin typeface="Century Gothic" panose="020B0502020202020204" pitchFamily="34" charset="0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赋能者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497681"/>
                  </a:ext>
                </a:extLst>
              </a:tr>
              <a:tr h="44517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2</a:t>
                      </a:r>
                      <a:endParaRPr lang="zh-CN" altLang="en-US" sz="2400" dirty="0">
                        <a:latin typeface="Century Gothic" panose="020B0502020202020204" pitchFamily="34" charset="0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人脉构建者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8904"/>
                  </a:ext>
                </a:extLst>
              </a:tr>
              <a:tr h="44517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3</a:t>
                      </a:r>
                      <a:endParaRPr lang="zh-CN" altLang="en-US" sz="2400" dirty="0">
                        <a:latin typeface="Century Gothic" panose="020B0502020202020204" pitchFamily="34" charset="0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鞭策者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942587"/>
                  </a:ext>
                </a:extLst>
              </a:tr>
              <a:tr h="44517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4</a:t>
                      </a:r>
                      <a:endParaRPr lang="zh-CN" altLang="en-US" sz="2400" dirty="0">
                        <a:latin typeface="Century Gothic" panose="020B0502020202020204" pitchFamily="34" charset="0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流程优化者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82062"/>
                  </a:ext>
                </a:extLst>
              </a:tr>
              <a:tr h="44517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5</a:t>
                      </a:r>
                      <a:endParaRPr lang="zh-CN" altLang="en-US" sz="2400" dirty="0">
                        <a:latin typeface="Century Gothic" panose="020B0502020202020204" pitchFamily="34" charset="0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创新家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744204"/>
                  </a:ext>
                </a:extLst>
              </a:tr>
              <a:tr h="44517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6</a:t>
                      </a:r>
                      <a:endParaRPr lang="zh-CN" altLang="en-US" sz="2400" dirty="0">
                        <a:latin typeface="Century Gothic" panose="020B0502020202020204" pitchFamily="34" charset="0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数据专家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entury Gothic" panose="020B0502020202020204" pitchFamily="34" charset="0"/>
                          <a:ea typeface="SimHei" panose="02010609060101010101" pitchFamily="49" charset="-122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151844"/>
                  </a:ext>
                </a:extLst>
              </a:tr>
            </a:tbl>
          </a:graphicData>
        </a:graphic>
      </p:graphicFrame>
      <p:sp>
        <p:nvSpPr>
          <p:cNvPr id="2" name="文本框 12">
            <a:extLst>
              <a:ext uri="{FF2B5EF4-FFF2-40B4-BE49-F238E27FC236}">
                <a16:creationId xmlns:a16="http://schemas.microsoft.com/office/drawing/2014/main" id="{01CA2F1C-0438-323E-1F5A-AA6798FD676B}"/>
              </a:ext>
            </a:extLst>
          </p:cNvPr>
          <p:cNvSpPr txBox="1"/>
          <p:nvPr/>
        </p:nvSpPr>
        <p:spPr>
          <a:xfrm>
            <a:off x="6488131" y="5731385"/>
            <a:ext cx="347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微软雅黑"/>
                <a:cs typeface="+mn-cs"/>
              </a:rPr>
              <a:t>字号和字体调整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7F680C9-1235-EAA6-FAA9-BCBB3E356D00}"/>
              </a:ext>
            </a:extLst>
          </p:cNvPr>
          <p:cNvSpPr/>
          <p:nvPr/>
        </p:nvSpPr>
        <p:spPr>
          <a:xfrm>
            <a:off x="-485775" y="636997"/>
            <a:ext cx="1143000" cy="1016026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0093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Macintosh PowerPoint</Application>
  <PresentationFormat>宽屏</PresentationFormat>
  <Paragraphs>119</Paragraphs>
  <Slides>8</Slides>
  <Notes>6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等线</vt:lpstr>
      <vt:lpstr>等线 Light</vt:lpstr>
      <vt:lpstr>SimHei</vt:lpstr>
      <vt:lpstr>SimHei</vt:lpstr>
      <vt:lpstr>Microsoft YaHei</vt:lpstr>
      <vt:lpstr>Microsoft YaHei</vt:lpstr>
      <vt:lpstr>Microsoft JhengHei</vt:lpstr>
      <vt:lpstr>Myriad Pro</vt:lpstr>
      <vt:lpstr>Arial</vt:lpstr>
      <vt:lpstr>Arial Narrow</vt:lpstr>
      <vt:lpstr>Calibri</vt:lpstr>
      <vt:lpstr>Century Gothic</vt:lpstr>
      <vt:lpstr>Gill Sans MT</vt:lpstr>
      <vt:lpstr>Monotype Sorts</vt:lpstr>
      <vt:lpstr>Times New Roman</vt:lpstr>
      <vt:lpstr>Trebuchet MS</vt:lpstr>
      <vt:lpstr>Office 主题​​</vt:lpstr>
      <vt:lpstr>2_Custom Design</vt:lpstr>
      <vt:lpstr>PowerPoint 演示文稿</vt:lpstr>
      <vt:lpstr>课程目标</vt:lpstr>
      <vt:lpstr>PowerPoint 演示文稿</vt:lpstr>
      <vt:lpstr>案例二：区域经理就是要解决店经理没法解决的问题</vt:lpstr>
      <vt:lpstr>PowerPoint 演示文稿</vt:lpstr>
      <vt:lpstr>PowerPoint 演示文稿</vt:lpstr>
      <vt:lpstr>你需要发挥影响力</vt:lpstr>
      <vt:lpstr>发现领导才干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Ruby Liu</dc:creator>
  <cp:lastModifiedBy>瑞杰 阮</cp:lastModifiedBy>
  <cp:revision>2</cp:revision>
  <dcterms:created xsi:type="dcterms:W3CDTF">2026-01-05T09:16:12Z</dcterms:created>
  <dcterms:modified xsi:type="dcterms:W3CDTF">2026-02-10T09:59:50Z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12fc2ec-ccca-42c5-b665-e4a4fd0985d6_Enabled">
    <vt:lpwstr>true</vt:lpwstr>
  </property>
  <property fmtid="{D5CDD505-2E9C-101B-9397-08002B2CF9AE}" pid="3" name="MSIP_Label_e12fc2ec-ccca-42c5-b665-e4a4fd0985d6_SetDate">
    <vt:lpwstr>2026-01-05T09:16:12Z</vt:lpwstr>
  </property>
  <property fmtid="{D5CDD505-2E9C-101B-9397-08002B2CF9AE}" pid="4" name="MSIP_Label_e12fc2ec-ccca-42c5-b665-e4a4fd0985d6_Method">
    <vt:lpwstr>Standard</vt:lpwstr>
  </property>
  <property fmtid="{D5CDD505-2E9C-101B-9397-08002B2CF9AE}" pid="5" name="MSIP_Label_e12fc2ec-ccca-42c5-b665-e4a4fd0985d6_Name">
    <vt:lpwstr>Public</vt:lpwstr>
  </property>
  <property fmtid="{D5CDD505-2E9C-101B-9397-08002B2CF9AE}" pid="6" name="MSIP_Label_e12fc2ec-ccca-42c5-b665-e4a4fd0985d6_SiteId">
    <vt:lpwstr>6ef324eb-9202-4f05-91e2-ad0b77243a6a</vt:lpwstr>
  </property>
  <property fmtid="{D5CDD505-2E9C-101B-9397-08002B2CF9AE}" pid="7" name="MSIP_Label_e12fc2ec-ccca-42c5-b665-e4a4fd0985d6_ActionId">
    <vt:lpwstr>c89a8809-391d-4aff-97a7-742b97af3155</vt:lpwstr>
  </property>
  <property fmtid="{D5CDD505-2E9C-101B-9397-08002B2CF9AE}" pid="8" name="MSIP_Label_e12fc2ec-ccca-42c5-b665-e4a4fd0985d6_ContentBits">
    <vt:lpwstr>0</vt:lpwstr>
  </property>
  <property fmtid="{D5CDD505-2E9C-101B-9397-08002B2CF9AE}" pid="9" name="MSIP_Label_e12fc2ec-ccca-42c5-b665-e4a4fd0985d6_Tag">
    <vt:lpwstr>10, 3, 0, 1</vt:lpwstr>
  </property>
</Properties>
</file>